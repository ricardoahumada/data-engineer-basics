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8"/>
  </p:notesMasterIdLst>
  <p:sldIdLst>
    <p:sldId id="256" r:id="rId2"/>
    <p:sldId id="260" r:id="rId3"/>
    <p:sldId id="263" r:id="rId4"/>
    <p:sldId id="257" r:id="rId5"/>
    <p:sldId id="264" r:id="rId6"/>
    <p:sldId id="290" r:id="rId7"/>
  </p:sldIdLst>
  <p:sldSz cx="9144000" cy="5143500" type="screen16x9"/>
  <p:notesSz cx="6858000" cy="9144000"/>
  <p:embeddedFontLst>
    <p:embeddedFont>
      <p:font typeface="Anaheim" panose="020B0604020202020204" charset="0"/>
      <p:regular r:id="rId9"/>
      <p:bold r:id="rId10"/>
    </p:embeddedFont>
    <p:embeddedFont>
      <p:font typeface="Bebas Neue" panose="020B0606020202050201" pitchFamily="34" charset="0"/>
      <p:regular r:id="rId11"/>
    </p:embeddedFon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  <p:embeddedFont>
      <p:font typeface="Proxima Nova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67EB"/>
    <a:srgbClr val="FF6E6B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8B6B0E1-53DF-4DEA-BCD1-A1E5228F5E8C}">
  <a:tblStyle styleId="{A8B6B0E1-53DF-4DEA-BCD1-A1E5228F5E8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CF625E-0E27-4534-ADFB-053DED81F3E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-9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5103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9028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4488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7" name="Google Shape;260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122674"/>
            <a:ext cx="4100400" cy="21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424696"/>
            <a:ext cx="4100400" cy="379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557A21-FF30-0281-A2A1-E6413E446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88228" y="273698"/>
            <a:ext cx="1567545" cy="37070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/>
          <p:nvPr/>
        </p:nvSpPr>
        <p:spPr>
          <a:xfrm>
            <a:off x="-2362825" y="3936750"/>
            <a:ext cx="3228251" cy="2660759"/>
          </a:xfrm>
          <a:custGeom>
            <a:avLst/>
            <a:gdLst/>
            <a:ahLst/>
            <a:cxnLst/>
            <a:rect l="l" t="t" r="r" b="b"/>
            <a:pathLst>
              <a:path w="42568" h="35085" extrusionOk="0">
                <a:moveTo>
                  <a:pt x="28184" y="1"/>
                </a:moveTo>
                <a:cubicBezTo>
                  <a:pt x="27147" y="1"/>
                  <a:pt x="26108" y="74"/>
                  <a:pt x="25087" y="208"/>
                </a:cubicBezTo>
                <a:cubicBezTo>
                  <a:pt x="23049" y="477"/>
                  <a:pt x="21019" y="979"/>
                  <a:pt x="19130" y="1771"/>
                </a:cubicBezTo>
                <a:cubicBezTo>
                  <a:pt x="14857" y="3603"/>
                  <a:pt x="12530" y="8343"/>
                  <a:pt x="9049" y="11237"/>
                </a:cubicBezTo>
                <a:cubicBezTo>
                  <a:pt x="6750" y="13118"/>
                  <a:pt x="3920" y="13918"/>
                  <a:pt x="2357" y="16514"/>
                </a:cubicBezTo>
                <a:cubicBezTo>
                  <a:pt x="616" y="19344"/>
                  <a:pt x="1" y="22527"/>
                  <a:pt x="1182" y="25739"/>
                </a:cubicBezTo>
                <a:cubicBezTo>
                  <a:pt x="1239" y="25824"/>
                  <a:pt x="1267" y="25944"/>
                  <a:pt x="1296" y="26065"/>
                </a:cubicBezTo>
                <a:cubicBezTo>
                  <a:pt x="2654" y="29276"/>
                  <a:pt x="5484" y="31752"/>
                  <a:pt x="8695" y="33167"/>
                </a:cubicBezTo>
                <a:cubicBezTo>
                  <a:pt x="11999" y="34639"/>
                  <a:pt x="15685" y="35049"/>
                  <a:pt x="19279" y="35084"/>
                </a:cubicBezTo>
                <a:cubicBezTo>
                  <a:pt x="22519" y="35084"/>
                  <a:pt x="25822" y="34759"/>
                  <a:pt x="28624" y="33167"/>
                </a:cubicBezTo>
                <a:cubicBezTo>
                  <a:pt x="31807" y="31335"/>
                  <a:pt x="32097" y="28951"/>
                  <a:pt x="33307" y="25916"/>
                </a:cubicBezTo>
                <a:cubicBezTo>
                  <a:pt x="34340" y="23320"/>
                  <a:pt x="36936" y="21403"/>
                  <a:pt x="38641" y="19280"/>
                </a:cubicBezTo>
                <a:cubicBezTo>
                  <a:pt x="41032" y="16337"/>
                  <a:pt x="42567" y="12411"/>
                  <a:pt x="41683" y="8697"/>
                </a:cubicBezTo>
                <a:cubicBezTo>
                  <a:pt x="40884" y="5400"/>
                  <a:pt x="38231" y="2719"/>
                  <a:pt x="35104" y="1333"/>
                </a:cubicBezTo>
                <a:cubicBezTo>
                  <a:pt x="32933" y="387"/>
                  <a:pt x="30559" y="1"/>
                  <a:pt x="281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196040" y="4345703"/>
            <a:ext cx="360758" cy="258297"/>
            <a:chOff x="4992850" y="4345375"/>
            <a:chExt cx="607336" cy="638400"/>
          </a:xfrm>
        </p:grpSpPr>
        <p:sp>
          <p:nvSpPr>
            <p:cNvPr id="62" name="Google Shape;62;p6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6"/>
          <p:cNvSpPr/>
          <p:nvPr/>
        </p:nvSpPr>
        <p:spPr>
          <a:xfrm>
            <a:off x="8488179" y="523494"/>
            <a:ext cx="1017284" cy="955173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8687425" y="8348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196050" y="25030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/>
          <p:nvPr/>
        </p:nvSpPr>
        <p:spPr>
          <a:xfrm rot="-5400000">
            <a:off x="7973900" y="246170"/>
            <a:ext cx="2496096" cy="1582356"/>
          </a:xfrm>
          <a:custGeom>
            <a:avLst/>
            <a:gdLst/>
            <a:ahLst/>
            <a:cxnLst/>
            <a:rect l="l" t="t" r="r" b="b"/>
            <a:pathLst>
              <a:path w="47371" h="30030" extrusionOk="0">
                <a:moveTo>
                  <a:pt x="30713" y="1"/>
                </a:moveTo>
                <a:cubicBezTo>
                  <a:pt x="29748" y="1"/>
                  <a:pt x="28782" y="127"/>
                  <a:pt x="27824" y="424"/>
                </a:cubicBezTo>
                <a:cubicBezTo>
                  <a:pt x="26233" y="898"/>
                  <a:pt x="24733" y="1605"/>
                  <a:pt x="23077" y="1931"/>
                </a:cubicBezTo>
                <a:cubicBezTo>
                  <a:pt x="22133" y="2112"/>
                  <a:pt x="21172" y="2158"/>
                  <a:pt x="20205" y="2158"/>
                </a:cubicBezTo>
                <a:cubicBezTo>
                  <a:pt x="19185" y="2158"/>
                  <a:pt x="18159" y="2106"/>
                  <a:pt x="17142" y="2106"/>
                </a:cubicBezTo>
                <a:cubicBezTo>
                  <a:pt x="15844" y="2106"/>
                  <a:pt x="14560" y="2191"/>
                  <a:pt x="13322" y="2574"/>
                </a:cubicBezTo>
                <a:cubicBezTo>
                  <a:pt x="11079" y="3282"/>
                  <a:pt x="9198" y="4966"/>
                  <a:pt x="8250" y="7088"/>
                </a:cubicBezTo>
                <a:cubicBezTo>
                  <a:pt x="7514" y="8708"/>
                  <a:pt x="7337" y="10505"/>
                  <a:pt x="6453" y="12012"/>
                </a:cubicBezTo>
                <a:cubicBezTo>
                  <a:pt x="5158" y="14247"/>
                  <a:pt x="2590" y="15513"/>
                  <a:pt x="1296" y="17756"/>
                </a:cubicBezTo>
                <a:cubicBezTo>
                  <a:pt x="1" y="20055"/>
                  <a:pt x="355" y="23062"/>
                  <a:pt x="1798" y="25304"/>
                </a:cubicBezTo>
                <a:cubicBezTo>
                  <a:pt x="1883" y="25389"/>
                  <a:pt x="1946" y="25509"/>
                  <a:pt x="2031" y="25630"/>
                </a:cubicBezTo>
                <a:cubicBezTo>
                  <a:pt x="3687" y="27865"/>
                  <a:pt x="6340" y="29195"/>
                  <a:pt x="9077" y="29726"/>
                </a:cubicBezTo>
                <a:cubicBezTo>
                  <a:pt x="10189" y="29941"/>
                  <a:pt x="11314" y="30029"/>
                  <a:pt x="12442" y="30029"/>
                </a:cubicBezTo>
                <a:cubicBezTo>
                  <a:pt x="14099" y="30029"/>
                  <a:pt x="15761" y="29838"/>
                  <a:pt x="17390" y="29577"/>
                </a:cubicBezTo>
                <a:cubicBezTo>
                  <a:pt x="18897" y="29344"/>
                  <a:pt x="20425" y="29047"/>
                  <a:pt x="21960" y="29018"/>
                </a:cubicBezTo>
                <a:cubicBezTo>
                  <a:pt x="22130" y="29012"/>
                  <a:pt x="22300" y="29010"/>
                  <a:pt x="22470" y="29010"/>
                </a:cubicBezTo>
                <a:cubicBezTo>
                  <a:pt x="24892" y="29010"/>
                  <a:pt x="27287" y="29585"/>
                  <a:pt x="29713" y="29698"/>
                </a:cubicBezTo>
                <a:cubicBezTo>
                  <a:pt x="29922" y="29707"/>
                  <a:pt x="30132" y="29711"/>
                  <a:pt x="30343" y="29711"/>
                </a:cubicBezTo>
                <a:cubicBezTo>
                  <a:pt x="32751" y="29711"/>
                  <a:pt x="35268" y="29093"/>
                  <a:pt x="36816" y="27278"/>
                </a:cubicBezTo>
                <a:cubicBezTo>
                  <a:pt x="37672" y="26274"/>
                  <a:pt x="38139" y="25007"/>
                  <a:pt x="39143" y="24123"/>
                </a:cubicBezTo>
                <a:cubicBezTo>
                  <a:pt x="40120" y="23295"/>
                  <a:pt x="41414" y="22977"/>
                  <a:pt x="42560" y="22383"/>
                </a:cubicBezTo>
                <a:cubicBezTo>
                  <a:pt x="44859" y="21173"/>
                  <a:pt x="46366" y="18789"/>
                  <a:pt x="46869" y="16256"/>
                </a:cubicBezTo>
                <a:cubicBezTo>
                  <a:pt x="47371" y="13717"/>
                  <a:pt x="46925" y="11064"/>
                  <a:pt x="45984" y="8651"/>
                </a:cubicBezTo>
                <a:cubicBezTo>
                  <a:pt x="44541" y="4966"/>
                  <a:pt x="40735" y="2751"/>
                  <a:pt x="37141" y="1428"/>
                </a:cubicBezTo>
                <a:cubicBezTo>
                  <a:pt x="35075" y="648"/>
                  <a:pt x="32897" y="1"/>
                  <a:pt x="3071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8567075" y="80215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8781950" y="1400425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13"/>
          <p:cNvGrpSpPr/>
          <p:nvPr/>
        </p:nvGrpSpPr>
        <p:grpSpPr>
          <a:xfrm>
            <a:off x="8670104" y="4402872"/>
            <a:ext cx="234788" cy="188409"/>
            <a:chOff x="4424582" y="1819850"/>
            <a:chExt cx="98427" cy="78984"/>
          </a:xfrm>
        </p:grpSpPr>
        <p:sp>
          <p:nvSpPr>
            <p:cNvPr id="99" name="Google Shape;99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2" name="Google Shape;102;p13"/>
          <p:cNvSpPr/>
          <p:nvPr/>
        </p:nvSpPr>
        <p:spPr>
          <a:xfrm rot="-6789333">
            <a:off x="-1733103" y="1956216"/>
            <a:ext cx="2259312" cy="2189763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" name="Google Shape;103;p13"/>
          <p:cNvGrpSpPr/>
          <p:nvPr/>
        </p:nvGrpSpPr>
        <p:grpSpPr>
          <a:xfrm rot="10800000">
            <a:off x="190746" y="3262197"/>
            <a:ext cx="234788" cy="188409"/>
            <a:chOff x="4424582" y="1819850"/>
            <a:chExt cx="98427" cy="78984"/>
          </a:xfrm>
        </p:grpSpPr>
        <p:sp>
          <p:nvSpPr>
            <p:cNvPr id="104" name="Google Shape;104;p13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"/>
          </p:nvPr>
        </p:nvSpPr>
        <p:spPr>
          <a:xfrm>
            <a:off x="1121725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2"/>
          </p:nvPr>
        </p:nvSpPr>
        <p:spPr>
          <a:xfrm>
            <a:off x="3820996" y="2301147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3"/>
          </p:nvPr>
        </p:nvSpPr>
        <p:spPr>
          <a:xfrm>
            <a:off x="1121725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4"/>
          </p:nvPr>
        </p:nvSpPr>
        <p:spPr>
          <a:xfrm>
            <a:off x="3820996" y="4034328"/>
            <a:ext cx="23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5" hasCustomPrompt="1"/>
          </p:nvPr>
        </p:nvSpPr>
        <p:spPr>
          <a:xfrm>
            <a:off x="1121725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>
            <a:spLocks noGrp="1"/>
          </p:cNvSpPr>
          <p:nvPr>
            <p:ph type="title" idx="6" hasCustomPrompt="1"/>
          </p:nvPr>
        </p:nvSpPr>
        <p:spPr>
          <a:xfrm>
            <a:off x="1121725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 idx="7" hasCustomPrompt="1"/>
          </p:nvPr>
        </p:nvSpPr>
        <p:spPr>
          <a:xfrm>
            <a:off x="3820996" y="1238726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8" hasCustomPrompt="1"/>
          </p:nvPr>
        </p:nvSpPr>
        <p:spPr>
          <a:xfrm>
            <a:off x="3820996" y="2971389"/>
            <a:ext cx="734700" cy="54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9"/>
          </p:nvPr>
        </p:nvSpPr>
        <p:spPr>
          <a:xfrm>
            <a:off x="1121725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13"/>
          </p:nvPr>
        </p:nvSpPr>
        <p:spPr>
          <a:xfrm>
            <a:off x="3820996" y="1887187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subTitle" idx="14"/>
          </p:nvPr>
        </p:nvSpPr>
        <p:spPr>
          <a:xfrm>
            <a:off x="1121725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15"/>
          </p:nvPr>
        </p:nvSpPr>
        <p:spPr>
          <a:xfrm>
            <a:off x="3820996" y="361985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"/>
          <p:cNvSpPr/>
          <p:nvPr/>
        </p:nvSpPr>
        <p:spPr>
          <a:xfrm rot="3555162" flipH="1">
            <a:off x="-993615" y="620242"/>
            <a:ext cx="1625808" cy="1526544"/>
          </a:xfrm>
          <a:custGeom>
            <a:avLst/>
            <a:gdLst/>
            <a:ahLst/>
            <a:cxnLst/>
            <a:rect l="l" t="t" r="r" b="b"/>
            <a:pathLst>
              <a:path w="13414" h="12595" extrusionOk="0">
                <a:moveTo>
                  <a:pt x="6393" y="1"/>
                </a:moveTo>
                <a:cubicBezTo>
                  <a:pt x="6010" y="1"/>
                  <a:pt x="5626" y="38"/>
                  <a:pt x="5242" y="124"/>
                </a:cubicBezTo>
                <a:cubicBezTo>
                  <a:pt x="2766" y="598"/>
                  <a:pt x="354" y="2515"/>
                  <a:pt x="177" y="5048"/>
                </a:cubicBezTo>
                <a:cubicBezTo>
                  <a:pt x="0" y="7821"/>
                  <a:pt x="3063" y="10064"/>
                  <a:pt x="5129" y="11330"/>
                </a:cubicBezTo>
                <a:cubicBezTo>
                  <a:pt x="6309" y="12076"/>
                  <a:pt x="7558" y="12595"/>
                  <a:pt x="8729" y="12595"/>
                </a:cubicBezTo>
                <a:cubicBezTo>
                  <a:pt x="9868" y="12595"/>
                  <a:pt x="10932" y="12105"/>
                  <a:pt x="11786" y="10856"/>
                </a:cubicBezTo>
                <a:cubicBezTo>
                  <a:pt x="13144" y="8854"/>
                  <a:pt x="13413" y="6137"/>
                  <a:pt x="12409" y="3959"/>
                </a:cubicBezTo>
                <a:cubicBezTo>
                  <a:pt x="11404" y="1751"/>
                  <a:pt x="9169" y="160"/>
                  <a:pt x="6749" y="11"/>
                </a:cubicBezTo>
                <a:cubicBezTo>
                  <a:pt x="6631" y="4"/>
                  <a:pt x="6512" y="1"/>
                  <a:pt x="6393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3"/>
          <p:cNvSpPr/>
          <p:nvPr/>
        </p:nvSpPr>
        <p:spPr>
          <a:xfrm flipH="1">
            <a:off x="8511080" y="2803089"/>
            <a:ext cx="2259360" cy="2189809"/>
          </a:xfrm>
          <a:custGeom>
            <a:avLst/>
            <a:gdLst/>
            <a:ahLst/>
            <a:cxnLst/>
            <a:rect l="l" t="t" r="r" b="b"/>
            <a:pathLst>
              <a:path w="34694" h="33626" extrusionOk="0">
                <a:moveTo>
                  <a:pt x="26961" y="0"/>
                </a:moveTo>
                <a:cubicBezTo>
                  <a:pt x="26141" y="0"/>
                  <a:pt x="25322" y="151"/>
                  <a:pt x="24556" y="464"/>
                </a:cubicBezTo>
                <a:cubicBezTo>
                  <a:pt x="21698" y="1610"/>
                  <a:pt x="20134" y="4617"/>
                  <a:pt x="17835" y="6683"/>
                </a:cubicBezTo>
                <a:cubicBezTo>
                  <a:pt x="14743" y="9484"/>
                  <a:pt x="10676" y="9541"/>
                  <a:pt x="7223" y="11514"/>
                </a:cubicBezTo>
                <a:cubicBezTo>
                  <a:pt x="4217" y="13226"/>
                  <a:pt x="1712" y="16000"/>
                  <a:pt x="680" y="19332"/>
                </a:cubicBezTo>
                <a:cubicBezTo>
                  <a:pt x="121" y="21065"/>
                  <a:pt x="0" y="23223"/>
                  <a:pt x="382" y="25281"/>
                </a:cubicBezTo>
                <a:cubicBezTo>
                  <a:pt x="800" y="27432"/>
                  <a:pt x="1769" y="29441"/>
                  <a:pt x="3361" y="30679"/>
                </a:cubicBezTo>
                <a:cubicBezTo>
                  <a:pt x="6075" y="32748"/>
                  <a:pt x="9754" y="33625"/>
                  <a:pt x="13212" y="33625"/>
                </a:cubicBezTo>
                <a:cubicBezTo>
                  <a:pt x="14035" y="33625"/>
                  <a:pt x="14846" y="33576"/>
                  <a:pt x="15628" y="33480"/>
                </a:cubicBezTo>
                <a:cubicBezTo>
                  <a:pt x="16066" y="33417"/>
                  <a:pt x="16512" y="33360"/>
                  <a:pt x="16922" y="33268"/>
                </a:cubicBezTo>
                <a:cubicBezTo>
                  <a:pt x="19455" y="32801"/>
                  <a:pt x="21931" y="31768"/>
                  <a:pt x="23763" y="29971"/>
                </a:cubicBezTo>
                <a:cubicBezTo>
                  <a:pt x="25765" y="27998"/>
                  <a:pt x="26798" y="25840"/>
                  <a:pt x="27767" y="23251"/>
                </a:cubicBezTo>
                <a:cubicBezTo>
                  <a:pt x="28892" y="20273"/>
                  <a:pt x="30774" y="17676"/>
                  <a:pt x="32217" y="14846"/>
                </a:cubicBezTo>
                <a:cubicBezTo>
                  <a:pt x="33667" y="12045"/>
                  <a:pt x="34693" y="8805"/>
                  <a:pt x="33929" y="5742"/>
                </a:cubicBezTo>
                <a:cubicBezTo>
                  <a:pt x="33427" y="3768"/>
                  <a:pt x="32160" y="1964"/>
                  <a:pt x="30420" y="938"/>
                </a:cubicBezTo>
                <a:cubicBezTo>
                  <a:pt x="29369" y="324"/>
                  <a:pt x="28163" y="0"/>
                  <a:pt x="2696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33"/>
          <p:cNvSpPr/>
          <p:nvPr/>
        </p:nvSpPr>
        <p:spPr>
          <a:xfrm flipH="1">
            <a:off x="325220" y="2624500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3" name="Google Shape;413;p33"/>
          <p:cNvGrpSpPr/>
          <p:nvPr/>
        </p:nvGrpSpPr>
        <p:grpSpPr>
          <a:xfrm>
            <a:off x="8511086" y="618472"/>
            <a:ext cx="367931" cy="258303"/>
            <a:chOff x="4935811" y="4414372"/>
            <a:chExt cx="367931" cy="258303"/>
          </a:xfrm>
        </p:grpSpPr>
        <p:sp>
          <p:nvSpPr>
            <p:cNvPr id="414" name="Google Shape;414;p33"/>
            <p:cNvSpPr/>
            <p:nvPr/>
          </p:nvSpPr>
          <p:spPr>
            <a:xfrm flipH="1">
              <a:off x="5169642" y="4414375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3"/>
            <p:cNvSpPr/>
            <p:nvPr/>
          </p:nvSpPr>
          <p:spPr>
            <a:xfrm rot="10800000" flipH="1">
              <a:off x="4935811" y="4414372"/>
              <a:ext cx="134100" cy="2583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6" name="Google Shape;416;p33"/>
          <p:cNvSpPr/>
          <p:nvPr/>
        </p:nvSpPr>
        <p:spPr>
          <a:xfrm flipH="1">
            <a:off x="239095" y="381095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33"/>
          <p:cNvGrpSpPr/>
          <p:nvPr/>
        </p:nvGrpSpPr>
        <p:grpSpPr>
          <a:xfrm>
            <a:off x="184447" y="1289308"/>
            <a:ext cx="234196" cy="188409"/>
            <a:chOff x="368022" y="616196"/>
            <a:chExt cx="234196" cy="188409"/>
          </a:xfrm>
        </p:grpSpPr>
        <p:sp>
          <p:nvSpPr>
            <p:cNvPr id="418" name="Google Shape;418;p33"/>
            <p:cNvSpPr/>
            <p:nvPr/>
          </p:nvSpPr>
          <p:spPr>
            <a:xfrm>
              <a:off x="368022" y="616196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477627" y="616196"/>
              <a:ext cx="124590" cy="188409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33"/>
          <p:cNvGrpSpPr/>
          <p:nvPr/>
        </p:nvGrpSpPr>
        <p:grpSpPr>
          <a:xfrm>
            <a:off x="8763527" y="3267172"/>
            <a:ext cx="234788" cy="188409"/>
            <a:chOff x="8551627" y="4274197"/>
            <a:chExt cx="234788" cy="188409"/>
          </a:xfrm>
        </p:grpSpPr>
        <p:sp>
          <p:nvSpPr>
            <p:cNvPr id="421" name="Google Shape;421;p33"/>
            <p:cNvSpPr/>
            <p:nvPr/>
          </p:nvSpPr>
          <p:spPr>
            <a:xfrm>
              <a:off x="8661148" y="4274197"/>
              <a:ext cx="125267" cy="188409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3"/>
            <p:cNvSpPr/>
            <p:nvPr/>
          </p:nvSpPr>
          <p:spPr>
            <a:xfrm>
              <a:off x="8551627" y="4274197"/>
              <a:ext cx="122220" cy="188409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 txBox="1">
            <a:spLocks noGrp="1"/>
          </p:cNvSpPr>
          <p:nvPr>
            <p:ph type="title"/>
          </p:nvPr>
        </p:nvSpPr>
        <p:spPr>
          <a:xfrm>
            <a:off x="713258" y="736593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"/>
          </p:nvPr>
        </p:nvSpPr>
        <p:spPr>
          <a:xfrm>
            <a:off x="713225" y="1775309"/>
            <a:ext cx="38586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13225" y="3521150"/>
            <a:ext cx="38586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200" b="1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BE9E3FC-DC4C-3A09-D935-D58AB7BAEF0A}"/>
              </a:ext>
            </a:extLst>
          </p:cNvPr>
          <p:cNvSpPr/>
          <p:nvPr userDrawn="1"/>
        </p:nvSpPr>
        <p:spPr>
          <a:xfrm>
            <a:off x="5623560" y="444137"/>
            <a:ext cx="2547257" cy="744583"/>
          </a:xfrm>
          <a:prstGeom prst="rect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BB7CBE-8894-52E6-E908-9A5B8709C9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59451" y="337520"/>
            <a:ext cx="2025099" cy="4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331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ans"/>
              <a:buNone/>
              <a:defRPr sz="35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59" r:id="rId4"/>
    <p:sldLayoutId id="2147483678" r:id="rId5"/>
    <p:sldLayoutId id="2147483679" r:id="rId6"/>
    <p:sldLayoutId id="2147483683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oxima Nova" panose="020B0604020202020204" charset="0"/>
          <a:ea typeface="Proxima Nova" panose="020B060402020202020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oxima Nova" panose="020B0604020202020204" charset="0"/>
          <a:ea typeface="Proxima Nova" panose="020B060402020202020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ricardoahumada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>
            <a:spLocks noGrp="1"/>
          </p:cNvSpPr>
          <p:nvPr>
            <p:ph type="ctrTitle"/>
          </p:nvPr>
        </p:nvSpPr>
        <p:spPr>
          <a:xfrm>
            <a:off x="525800" y="1019103"/>
            <a:ext cx="4100400" cy="28755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 dirty="0"/>
              <a:t>Ingeniero/a de Datos </a:t>
            </a:r>
            <a:br>
              <a:rPr lang="es-ES" sz="4400" dirty="0"/>
            </a:br>
            <a:r>
              <a:rPr lang="es-ES" sz="2400" dirty="0"/>
              <a:t>Nivel Básico</a:t>
            </a:r>
            <a:endParaRPr sz="1200" b="0" dirty="0"/>
          </a:p>
        </p:txBody>
      </p:sp>
      <p:grpSp>
        <p:nvGrpSpPr>
          <p:cNvPr id="435" name="Google Shape;435;p37"/>
          <p:cNvGrpSpPr/>
          <p:nvPr/>
        </p:nvGrpSpPr>
        <p:grpSpPr>
          <a:xfrm>
            <a:off x="4868886" y="829080"/>
            <a:ext cx="3798091" cy="3485336"/>
            <a:chOff x="4899397" y="752100"/>
            <a:chExt cx="4028950" cy="3697185"/>
          </a:xfrm>
        </p:grpSpPr>
        <p:sp>
          <p:nvSpPr>
            <p:cNvPr id="436" name="Google Shape;436;p37"/>
            <p:cNvSpPr/>
            <p:nvPr/>
          </p:nvSpPr>
          <p:spPr>
            <a:xfrm>
              <a:off x="7780825" y="752100"/>
              <a:ext cx="215100" cy="258300"/>
            </a:xfrm>
            <a:prstGeom prst="bracketPair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7" name="Google Shape;437;p37"/>
            <p:cNvGrpSpPr/>
            <p:nvPr/>
          </p:nvGrpSpPr>
          <p:grpSpPr>
            <a:xfrm>
              <a:off x="5432052" y="821996"/>
              <a:ext cx="335890" cy="188410"/>
              <a:chOff x="5261402" y="479071"/>
              <a:chExt cx="335890" cy="188410"/>
            </a:xfrm>
          </p:grpSpPr>
          <p:sp>
            <p:nvSpPr>
              <p:cNvPr id="438" name="Google Shape;438;p37"/>
              <p:cNvSpPr/>
              <p:nvPr/>
            </p:nvSpPr>
            <p:spPr>
              <a:xfrm>
                <a:off x="5261402" y="479071"/>
                <a:ext cx="124590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72" h="2226" extrusionOk="0">
                    <a:moveTo>
                      <a:pt x="1240" y="0"/>
                    </a:moveTo>
                    <a:cubicBezTo>
                      <a:pt x="1174" y="0"/>
                      <a:pt x="1108" y="21"/>
                      <a:pt x="1062" y="68"/>
                    </a:cubicBezTo>
                    <a:lnTo>
                      <a:pt x="0" y="1165"/>
                    </a:lnTo>
                    <a:lnTo>
                      <a:pt x="1090" y="2162"/>
                    </a:lnTo>
                    <a:cubicBezTo>
                      <a:pt x="1118" y="2190"/>
                      <a:pt x="1182" y="2226"/>
                      <a:pt x="1210" y="2226"/>
                    </a:cubicBezTo>
                    <a:cubicBezTo>
                      <a:pt x="1267" y="2226"/>
                      <a:pt x="1323" y="2190"/>
                      <a:pt x="1387" y="2162"/>
                    </a:cubicBezTo>
                    <a:cubicBezTo>
                      <a:pt x="1472" y="2077"/>
                      <a:pt x="1444" y="1929"/>
                      <a:pt x="1359" y="1837"/>
                    </a:cubicBezTo>
                    <a:lnTo>
                      <a:pt x="616" y="1165"/>
                    </a:lnTo>
                    <a:lnTo>
                      <a:pt x="1387" y="365"/>
                    </a:lnTo>
                    <a:cubicBezTo>
                      <a:pt x="1472" y="280"/>
                      <a:pt x="1444" y="132"/>
                      <a:pt x="1387" y="40"/>
                    </a:cubicBezTo>
                    <a:cubicBezTo>
                      <a:pt x="1346" y="14"/>
                      <a:pt x="1293" y="0"/>
                      <a:pt x="124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37"/>
              <p:cNvSpPr/>
              <p:nvPr/>
            </p:nvSpPr>
            <p:spPr>
              <a:xfrm>
                <a:off x="5472025" y="479072"/>
                <a:ext cx="125267" cy="18840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2226" extrusionOk="0">
                    <a:moveTo>
                      <a:pt x="219" y="1"/>
                    </a:moveTo>
                    <a:cubicBezTo>
                      <a:pt x="174" y="1"/>
                      <a:pt x="130" y="15"/>
                      <a:pt x="93" y="39"/>
                    </a:cubicBezTo>
                    <a:cubicBezTo>
                      <a:pt x="1" y="131"/>
                      <a:pt x="1" y="280"/>
                      <a:pt x="93" y="365"/>
                    </a:cubicBezTo>
                    <a:lnTo>
                      <a:pt x="857" y="1136"/>
                    </a:lnTo>
                    <a:lnTo>
                      <a:pt x="93" y="1843"/>
                    </a:lnTo>
                    <a:cubicBezTo>
                      <a:pt x="1" y="1928"/>
                      <a:pt x="1" y="2077"/>
                      <a:pt x="93" y="2133"/>
                    </a:cubicBezTo>
                    <a:cubicBezTo>
                      <a:pt x="121" y="2197"/>
                      <a:pt x="178" y="2225"/>
                      <a:pt x="241" y="2225"/>
                    </a:cubicBezTo>
                    <a:cubicBezTo>
                      <a:pt x="298" y="2225"/>
                      <a:pt x="355" y="2197"/>
                      <a:pt x="383" y="2162"/>
                    </a:cubicBezTo>
                    <a:lnTo>
                      <a:pt x="1479" y="1164"/>
                    </a:lnTo>
                    <a:lnTo>
                      <a:pt x="383" y="75"/>
                    </a:lnTo>
                    <a:cubicBezTo>
                      <a:pt x="335" y="23"/>
                      <a:pt x="277" y="1"/>
                      <a:pt x="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0" name="Google Shape;440;p37"/>
            <p:cNvSpPr/>
            <p:nvPr/>
          </p:nvSpPr>
          <p:spPr>
            <a:xfrm>
              <a:off x="6611050" y="889575"/>
              <a:ext cx="289200" cy="258300"/>
            </a:xfrm>
            <a:prstGeom prst="bracePair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1" name="Google Shape;441;p37"/>
            <p:cNvGrpSpPr/>
            <p:nvPr/>
          </p:nvGrpSpPr>
          <p:grpSpPr>
            <a:xfrm>
              <a:off x="4899397" y="1263526"/>
              <a:ext cx="3843891" cy="3185759"/>
              <a:chOff x="5893995" y="1281808"/>
              <a:chExt cx="3843891" cy="3185759"/>
            </a:xfrm>
          </p:grpSpPr>
          <p:grpSp>
            <p:nvGrpSpPr>
              <p:cNvPr id="442" name="Google Shape;442;p37"/>
              <p:cNvGrpSpPr/>
              <p:nvPr/>
            </p:nvGrpSpPr>
            <p:grpSpPr>
              <a:xfrm>
                <a:off x="6033386" y="1281808"/>
                <a:ext cx="3704499" cy="3168582"/>
                <a:chOff x="2836393" y="291825"/>
                <a:chExt cx="1571968" cy="1344557"/>
              </a:xfrm>
            </p:grpSpPr>
            <p:sp>
              <p:nvSpPr>
                <p:cNvPr id="443" name="Google Shape;443;p37"/>
                <p:cNvSpPr/>
                <p:nvPr/>
              </p:nvSpPr>
              <p:spPr>
                <a:xfrm>
                  <a:off x="2836393" y="291825"/>
                  <a:ext cx="1440288" cy="11871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68" h="35085" extrusionOk="0">
                      <a:moveTo>
                        <a:pt x="28184" y="1"/>
                      </a:moveTo>
                      <a:cubicBezTo>
                        <a:pt x="27147" y="1"/>
                        <a:pt x="26108" y="74"/>
                        <a:pt x="25087" y="208"/>
                      </a:cubicBezTo>
                      <a:cubicBezTo>
                        <a:pt x="23049" y="477"/>
                        <a:pt x="21019" y="979"/>
                        <a:pt x="19130" y="1771"/>
                      </a:cubicBezTo>
                      <a:cubicBezTo>
                        <a:pt x="14857" y="3603"/>
                        <a:pt x="12530" y="8343"/>
                        <a:pt x="9049" y="11237"/>
                      </a:cubicBezTo>
                      <a:cubicBezTo>
                        <a:pt x="6750" y="13118"/>
                        <a:pt x="3920" y="13918"/>
                        <a:pt x="2357" y="16514"/>
                      </a:cubicBezTo>
                      <a:cubicBezTo>
                        <a:pt x="616" y="19344"/>
                        <a:pt x="1" y="22527"/>
                        <a:pt x="1182" y="25739"/>
                      </a:cubicBezTo>
                      <a:cubicBezTo>
                        <a:pt x="1239" y="25824"/>
                        <a:pt x="1267" y="25944"/>
                        <a:pt x="1296" y="26065"/>
                      </a:cubicBezTo>
                      <a:cubicBezTo>
                        <a:pt x="2654" y="29276"/>
                        <a:pt x="5484" y="31752"/>
                        <a:pt x="8695" y="33167"/>
                      </a:cubicBezTo>
                      <a:cubicBezTo>
                        <a:pt x="11999" y="34639"/>
                        <a:pt x="15685" y="35049"/>
                        <a:pt x="19279" y="35084"/>
                      </a:cubicBezTo>
                      <a:cubicBezTo>
                        <a:pt x="22519" y="35084"/>
                        <a:pt x="25822" y="34759"/>
                        <a:pt x="28624" y="33167"/>
                      </a:cubicBezTo>
                      <a:cubicBezTo>
                        <a:pt x="31807" y="31335"/>
                        <a:pt x="32097" y="28951"/>
                        <a:pt x="33307" y="25916"/>
                      </a:cubicBezTo>
                      <a:cubicBezTo>
                        <a:pt x="34340" y="23320"/>
                        <a:pt x="36936" y="21403"/>
                        <a:pt x="38641" y="19280"/>
                      </a:cubicBezTo>
                      <a:cubicBezTo>
                        <a:pt x="41032" y="16337"/>
                        <a:pt x="42567" y="12411"/>
                        <a:pt x="41683" y="8697"/>
                      </a:cubicBezTo>
                      <a:cubicBezTo>
                        <a:pt x="40884" y="5400"/>
                        <a:pt x="38231" y="2719"/>
                        <a:pt x="35104" y="1333"/>
                      </a:cubicBezTo>
                      <a:cubicBezTo>
                        <a:pt x="32933" y="387"/>
                        <a:pt x="30559" y="1"/>
                        <a:pt x="2818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37"/>
                <p:cNvSpPr/>
                <p:nvPr/>
              </p:nvSpPr>
              <p:spPr>
                <a:xfrm>
                  <a:off x="3954498" y="1210230"/>
                  <a:ext cx="453863" cy="426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14" h="12595" extrusionOk="0">
                      <a:moveTo>
                        <a:pt x="6393" y="1"/>
                      </a:moveTo>
                      <a:cubicBezTo>
                        <a:pt x="6010" y="1"/>
                        <a:pt x="5626" y="38"/>
                        <a:pt x="5242" y="124"/>
                      </a:cubicBezTo>
                      <a:cubicBezTo>
                        <a:pt x="2766" y="598"/>
                        <a:pt x="354" y="2515"/>
                        <a:pt x="177" y="5048"/>
                      </a:cubicBezTo>
                      <a:cubicBezTo>
                        <a:pt x="0" y="7821"/>
                        <a:pt x="3063" y="10064"/>
                        <a:pt x="5129" y="11330"/>
                      </a:cubicBezTo>
                      <a:cubicBezTo>
                        <a:pt x="6309" y="12076"/>
                        <a:pt x="7558" y="12595"/>
                        <a:pt x="8729" y="12595"/>
                      </a:cubicBezTo>
                      <a:cubicBezTo>
                        <a:pt x="9868" y="12595"/>
                        <a:pt x="10932" y="12105"/>
                        <a:pt x="11786" y="10856"/>
                      </a:cubicBezTo>
                      <a:cubicBezTo>
                        <a:pt x="13144" y="8854"/>
                        <a:pt x="13413" y="6137"/>
                        <a:pt x="12409" y="3959"/>
                      </a:cubicBezTo>
                      <a:cubicBezTo>
                        <a:pt x="11404" y="1751"/>
                        <a:pt x="9169" y="160"/>
                        <a:pt x="6749" y="11"/>
                      </a:cubicBezTo>
                      <a:cubicBezTo>
                        <a:pt x="6631" y="4"/>
                        <a:pt x="6512" y="1"/>
                        <a:pt x="6393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5" name="Google Shape;445;p37"/>
              <p:cNvGrpSpPr/>
              <p:nvPr/>
            </p:nvGrpSpPr>
            <p:grpSpPr>
              <a:xfrm>
                <a:off x="5893995" y="1464670"/>
                <a:ext cx="3643100" cy="2852211"/>
                <a:chOff x="2823538" y="2323833"/>
                <a:chExt cx="1545914" cy="1210307"/>
              </a:xfrm>
            </p:grpSpPr>
            <p:grpSp>
              <p:nvGrpSpPr>
                <p:cNvPr id="446" name="Google Shape;446;p37"/>
                <p:cNvGrpSpPr/>
                <p:nvPr/>
              </p:nvGrpSpPr>
              <p:grpSpPr>
                <a:xfrm>
                  <a:off x="3030874" y="3205941"/>
                  <a:ext cx="1190857" cy="328200"/>
                  <a:chOff x="2909174" y="3294041"/>
                  <a:chExt cx="1190857" cy="328200"/>
                </a:xfrm>
              </p:grpSpPr>
              <p:sp>
                <p:nvSpPr>
                  <p:cNvPr id="447" name="Google Shape;447;p37"/>
                  <p:cNvSpPr/>
                  <p:nvPr/>
                </p:nvSpPr>
                <p:spPr>
                  <a:xfrm>
                    <a:off x="2909174" y="3294041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5"/>
                        </a:lnTo>
                        <a:lnTo>
                          <a:pt x="35195" y="885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8" name="Google Shape;448;p37"/>
                  <p:cNvSpPr/>
                  <p:nvPr/>
                </p:nvSpPr>
                <p:spPr>
                  <a:xfrm>
                    <a:off x="2909174" y="3379747"/>
                    <a:ext cx="1190857" cy="299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96" h="885" extrusionOk="0">
                        <a:moveTo>
                          <a:pt x="1" y="0"/>
                        </a:moveTo>
                        <a:lnTo>
                          <a:pt x="1" y="884"/>
                        </a:lnTo>
                        <a:lnTo>
                          <a:pt x="35195" y="884"/>
                        </a:lnTo>
                        <a:lnTo>
                          <a:pt x="3519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9" name="Google Shape;449;p37"/>
                  <p:cNvSpPr/>
                  <p:nvPr/>
                </p:nvSpPr>
                <p:spPr>
                  <a:xfrm>
                    <a:off x="2976913" y="3304090"/>
                    <a:ext cx="18000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531" y="9402"/>
                        </a:lnTo>
                        <a:lnTo>
                          <a:pt x="53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0" name="Google Shape;450;p37"/>
                  <p:cNvSpPr/>
                  <p:nvPr/>
                </p:nvSpPr>
                <p:spPr>
                  <a:xfrm>
                    <a:off x="4013372" y="3304090"/>
                    <a:ext cx="16782" cy="31815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6" h="9403" extrusionOk="0">
                        <a:moveTo>
                          <a:pt x="1" y="1"/>
                        </a:moveTo>
                        <a:lnTo>
                          <a:pt x="1" y="9402"/>
                        </a:lnTo>
                        <a:lnTo>
                          <a:pt x="496" y="9402"/>
                        </a:lnTo>
                        <a:lnTo>
                          <a:pt x="49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1" name="Google Shape;451;p37"/>
                <p:cNvGrpSpPr/>
                <p:nvPr/>
              </p:nvGrpSpPr>
              <p:grpSpPr>
                <a:xfrm>
                  <a:off x="2823538" y="2688399"/>
                  <a:ext cx="399059" cy="92676"/>
                  <a:chOff x="2532175" y="2448349"/>
                  <a:chExt cx="399059" cy="92676"/>
                </a:xfrm>
              </p:grpSpPr>
              <p:sp>
                <p:nvSpPr>
                  <p:cNvPr id="452" name="Google Shape;452;p37"/>
                  <p:cNvSpPr/>
                  <p:nvPr/>
                </p:nvSpPr>
                <p:spPr>
                  <a:xfrm>
                    <a:off x="2532175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680" y="0"/>
                        </a:moveTo>
                        <a:cubicBezTo>
                          <a:pt x="446" y="0"/>
                          <a:pt x="234" y="206"/>
                          <a:pt x="234" y="439"/>
                        </a:cubicBezTo>
                        <a:lnTo>
                          <a:pt x="234" y="708"/>
                        </a:lnTo>
                        <a:cubicBezTo>
                          <a:pt x="234" y="793"/>
                          <a:pt x="206" y="885"/>
                          <a:pt x="149" y="941"/>
                        </a:cubicBezTo>
                        <a:lnTo>
                          <a:pt x="29" y="1062"/>
                        </a:lnTo>
                        <a:cubicBezTo>
                          <a:pt x="0" y="1062"/>
                          <a:pt x="0" y="1118"/>
                          <a:pt x="29" y="1118"/>
                        </a:cubicBezTo>
                        <a:lnTo>
                          <a:pt x="92" y="1203"/>
                        </a:lnTo>
                        <a:cubicBezTo>
                          <a:pt x="177" y="1267"/>
                          <a:pt x="206" y="1352"/>
                          <a:pt x="206" y="1444"/>
                        </a:cubicBezTo>
                        <a:lnTo>
                          <a:pt x="206" y="1677"/>
                        </a:lnTo>
                        <a:cubicBezTo>
                          <a:pt x="206" y="1911"/>
                          <a:pt x="382" y="2123"/>
                          <a:pt x="651" y="2123"/>
                        </a:cubicBezTo>
                        <a:lnTo>
                          <a:pt x="708" y="2123"/>
                        </a:lnTo>
                        <a:cubicBezTo>
                          <a:pt x="736" y="2123"/>
                          <a:pt x="764" y="2087"/>
                          <a:pt x="764" y="2059"/>
                        </a:cubicBezTo>
                        <a:cubicBezTo>
                          <a:pt x="764" y="2003"/>
                          <a:pt x="736" y="2003"/>
                          <a:pt x="708" y="2003"/>
                        </a:cubicBezTo>
                        <a:lnTo>
                          <a:pt x="651" y="2003"/>
                        </a:lnTo>
                        <a:cubicBezTo>
                          <a:pt x="474" y="2003"/>
                          <a:pt x="326" y="1854"/>
                          <a:pt x="326" y="1677"/>
                        </a:cubicBezTo>
                        <a:lnTo>
                          <a:pt x="326" y="1444"/>
                        </a:lnTo>
                        <a:cubicBezTo>
                          <a:pt x="326" y="1323"/>
                          <a:pt x="269" y="1203"/>
                          <a:pt x="177" y="1118"/>
                        </a:cubicBezTo>
                        <a:lnTo>
                          <a:pt x="149" y="1090"/>
                        </a:lnTo>
                        <a:lnTo>
                          <a:pt x="234" y="1026"/>
                        </a:lnTo>
                        <a:cubicBezTo>
                          <a:pt x="298" y="941"/>
                          <a:pt x="354" y="821"/>
                          <a:pt x="354" y="708"/>
                        </a:cubicBezTo>
                        <a:lnTo>
                          <a:pt x="354" y="439"/>
                        </a:lnTo>
                        <a:cubicBezTo>
                          <a:pt x="354" y="262"/>
                          <a:pt x="503" y="114"/>
                          <a:pt x="680" y="114"/>
                        </a:cubicBezTo>
                        <a:cubicBezTo>
                          <a:pt x="708" y="114"/>
                          <a:pt x="736" y="85"/>
                          <a:pt x="736" y="57"/>
                        </a:cubicBezTo>
                        <a:cubicBezTo>
                          <a:pt x="736" y="29"/>
                          <a:pt x="708" y="0"/>
                          <a:pt x="68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453;p37"/>
                  <p:cNvSpPr/>
                  <p:nvPr/>
                </p:nvSpPr>
                <p:spPr>
                  <a:xfrm>
                    <a:off x="2642987" y="2454338"/>
                    <a:ext cx="25884" cy="71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2123" extrusionOk="0">
                        <a:moveTo>
                          <a:pt x="86" y="0"/>
                        </a:moveTo>
                        <a:cubicBezTo>
                          <a:pt x="57" y="0"/>
                          <a:pt x="29" y="29"/>
                          <a:pt x="29" y="57"/>
                        </a:cubicBezTo>
                        <a:cubicBezTo>
                          <a:pt x="29" y="85"/>
                          <a:pt x="57" y="114"/>
                          <a:pt x="86" y="114"/>
                        </a:cubicBezTo>
                        <a:cubicBezTo>
                          <a:pt x="263" y="114"/>
                          <a:pt x="411" y="262"/>
                          <a:pt x="411" y="439"/>
                        </a:cubicBezTo>
                        <a:lnTo>
                          <a:pt x="411" y="708"/>
                        </a:lnTo>
                        <a:cubicBezTo>
                          <a:pt x="411" y="821"/>
                          <a:pt x="468" y="941"/>
                          <a:pt x="531" y="1026"/>
                        </a:cubicBezTo>
                        <a:lnTo>
                          <a:pt x="616" y="1090"/>
                        </a:lnTo>
                        <a:lnTo>
                          <a:pt x="588" y="1118"/>
                        </a:lnTo>
                        <a:cubicBezTo>
                          <a:pt x="496" y="1203"/>
                          <a:pt x="439" y="1323"/>
                          <a:pt x="439" y="1444"/>
                        </a:cubicBezTo>
                        <a:lnTo>
                          <a:pt x="439" y="1677"/>
                        </a:lnTo>
                        <a:cubicBezTo>
                          <a:pt x="439" y="1854"/>
                          <a:pt x="291" y="2003"/>
                          <a:pt x="114" y="2003"/>
                        </a:cubicBezTo>
                        <a:lnTo>
                          <a:pt x="57" y="2003"/>
                        </a:lnTo>
                        <a:cubicBezTo>
                          <a:pt x="29" y="2003"/>
                          <a:pt x="1" y="2003"/>
                          <a:pt x="1" y="2059"/>
                        </a:cubicBezTo>
                        <a:cubicBezTo>
                          <a:pt x="1" y="2087"/>
                          <a:pt x="29" y="2123"/>
                          <a:pt x="57" y="2123"/>
                        </a:cubicBezTo>
                        <a:lnTo>
                          <a:pt x="114" y="2123"/>
                        </a:lnTo>
                        <a:cubicBezTo>
                          <a:pt x="355" y="2123"/>
                          <a:pt x="560" y="1911"/>
                          <a:pt x="560" y="1677"/>
                        </a:cubicBezTo>
                        <a:lnTo>
                          <a:pt x="560" y="1444"/>
                        </a:lnTo>
                        <a:cubicBezTo>
                          <a:pt x="560" y="1352"/>
                          <a:pt x="588" y="1267"/>
                          <a:pt x="645" y="1203"/>
                        </a:cubicBezTo>
                        <a:lnTo>
                          <a:pt x="737" y="1118"/>
                        </a:lnTo>
                        <a:cubicBezTo>
                          <a:pt x="737" y="1118"/>
                          <a:pt x="765" y="1118"/>
                          <a:pt x="765" y="1090"/>
                        </a:cubicBezTo>
                        <a:cubicBezTo>
                          <a:pt x="765" y="1062"/>
                          <a:pt x="737" y="1062"/>
                          <a:pt x="737" y="1062"/>
                        </a:cubicBezTo>
                        <a:lnTo>
                          <a:pt x="616" y="941"/>
                        </a:lnTo>
                        <a:cubicBezTo>
                          <a:pt x="560" y="885"/>
                          <a:pt x="531" y="793"/>
                          <a:pt x="531" y="708"/>
                        </a:cubicBezTo>
                        <a:lnTo>
                          <a:pt x="531" y="439"/>
                        </a:lnTo>
                        <a:cubicBezTo>
                          <a:pt x="531" y="206"/>
                          <a:pt x="319" y="0"/>
                          <a:pt x="86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4" name="Google Shape;454;p37"/>
                  <p:cNvSpPr/>
                  <p:nvPr/>
                </p:nvSpPr>
                <p:spPr>
                  <a:xfrm>
                    <a:off x="256712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34" y="1"/>
                        </a:moveTo>
                        <a:cubicBezTo>
                          <a:pt x="205" y="1"/>
                          <a:pt x="177" y="1"/>
                          <a:pt x="149" y="29"/>
                        </a:cubicBezTo>
                        <a:lnTo>
                          <a:pt x="0" y="447"/>
                        </a:lnTo>
                        <a:cubicBezTo>
                          <a:pt x="0" y="475"/>
                          <a:pt x="0" y="531"/>
                          <a:pt x="29" y="531"/>
                        </a:cubicBezTo>
                        <a:lnTo>
                          <a:pt x="57" y="531"/>
                        </a:lnTo>
                        <a:cubicBezTo>
                          <a:pt x="85" y="531"/>
                          <a:pt x="85" y="531"/>
                          <a:pt x="121" y="503"/>
                        </a:cubicBezTo>
                        <a:lnTo>
                          <a:pt x="262" y="93"/>
                        </a:lnTo>
                        <a:cubicBezTo>
                          <a:pt x="297" y="57"/>
                          <a:pt x="262" y="1"/>
                          <a:pt x="23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455;p37"/>
                  <p:cNvSpPr/>
                  <p:nvPr/>
                </p:nvSpPr>
                <p:spPr>
                  <a:xfrm>
                    <a:off x="2829457" y="2523025"/>
                    <a:ext cx="9846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" h="532" extrusionOk="0">
                        <a:moveTo>
                          <a:pt x="262" y="1"/>
                        </a:moveTo>
                        <a:cubicBezTo>
                          <a:pt x="234" y="1"/>
                          <a:pt x="206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lnTo>
                          <a:pt x="86" y="531"/>
                        </a:lnTo>
                        <a:cubicBezTo>
                          <a:pt x="86" y="531"/>
                          <a:pt x="114" y="531"/>
                          <a:pt x="149" y="503"/>
                        </a:cubicBezTo>
                        <a:lnTo>
                          <a:pt x="291" y="93"/>
                        </a:lnTo>
                        <a:cubicBezTo>
                          <a:pt x="291" y="57"/>
                          <a:pt x="291" y="1"/>
                          <a:pt x="26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37"/>
                  <p:cNvSpPr/>
                  <p:nvPr/>
                </p:nvSpPr>
                <p:spPr>
                  <a:xfrm>
                    <a:off x="2887147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69" y="1"/>
                        </a:moveTo>
                        <a:cubicBezTo>
                          <a:pt x="241" y="1"/>
                          <a:pt x="213" y="1"/>
                          <a:pt x="178" y="29"/>
                        </a:cubicBezTo>
                        <a:lnTo>
                          <a:pt x="36" y="447"/>
                        </a:lnTo>
                        <a:cubicBezTo>
                          <a:pt x="1" y="475"/>
                          <a:pt x="36" y="531"/>
                          <a:pt x="64" y="531"/>
                        </a:cubicBezTo>
                        <a:lnTo>
                          <a:pt x="93" y="531"/>
                        </a:ln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6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37"/>
                  <p:cNvSpPr/>
                  <p:nvPr/>
                </p:nvSpPr>
                <p:spPr>
                  <a:xfrm>
                    <a:off x="2897196" y="2523025"/>
                    <a:ext cx="10083" cy="18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8" h="532" extrusionOk="0">
                        <a:moveTo>
                          <a:pt x="270" y="1"/>
                        </a:moveTo>
                        <a:cubicBezTo>
                          <a:pt x="234" y="1"/>
                          <a:pt x="178" y="1"/>
                          <a:pt x="178" y="29"/>
                        </a:cubicBezTo>
                        <a:lnTo>
                          <a:pt x="29" y="447"/>
                        </a:lnTo>
                        <a:cubicBezTo>
                          <a:pt x="1" y="475"/>
                          <a:pt x="29" y="531"/>
                          <a:pt x="57" y="531"/>
                        </a:cubicBezTo>
                        <a:cubicBezTo>
                          <a:pt x="93" y="531"/>
                          <a:pt x="121" y="531"/>
                          <a:pt x="121" y="503"/>
                        </a:cubicBezTo>
                        <a:lnTo>
                          <a:pt x="298" y="93"/>
                        </a:lnTo>
                        <a:cubicBezTo>
                          <a:pt x="298" y="57"/>
                          <a:pt x="298" y="1"/>
                          <a:pt x="27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37"/>
                  <p:cNvSpPr/>
                  <p:nvPr/>
                </p:nvSpPr>
                <p:spPr>
                  <a:xfrm>
                    <a:off x="2591049" y="2470139"/>
                    <a:ext cx="3786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19" h="1126" extrusionOk="0">
                        <a:moveTo>
                          <a:pt x="1" y="0"/>
                        </a:moveTo>
                        <a:lnTo>
                          <a:pt x="1" y="1125"/>
                        </a:lnTo>
                        <a:lnTo>
                          <a:pt x="1118" y="1125"/>
                        </a:lnTo>
                        <a:lnTo>
                          <a:pt x="111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37"/>
                  <p:cNvSpPr/>
                  <p:nvPr/>
                </p:nvSpPr>
                <p:spPr>
                  <a:xfrm>
                    <a:off x="2693741" y="2448349"/>
                    <a:ext cx="17019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" h="2590" extrusionOk="0">
                        <a:moveTo>
                          <a:pt x="475" y="1"/>
                        </a:moveTo>
                        <a:cubicBezTo>
                          <a:pt x="446" y="1"/>
                          <a:pt x="411" y="1"/>
                          <a:pt x="383" y="29"/>
                        </a:cubicBezTo>
                        <a:cubicBezTo>
                          <a:pt x="1" y="793"/>
                          <a:pt x="1" y="1769"/>
                          <a:pt x="383" y="2562"/>
                        </a:cubicBezTo>
                        <a:cubicBezTo>
                          <a:pt x="383" y="2590"/>
                          <a:pt x="411" y="2590"/>
                          <a:pt x="446" y="2590"/>
                        </a:cubicBezTo>
                        <a:lnTo>
                          <a:pt x="475" y="2590"/>
                        </a:lnTo>
                        <a:cubicBezTo>
                          <a:pt x="503" y="2562"/>
                          <a:pt x="503" y="2533"/>
                          <a:pt x="503" y="2505"/>
                        </a:cubicBezTo>
                        <a:cubicBezTo>
                          <a:pt x="121" y="1769"/>
                          <a:pt x="121" y="821"/>
                          <a:pt x="503" y="86"/>
                        </a:cubicBezTo>
                        <a:cubicBezTo>
                          <a:pt x="503" y="57"/>
                          <a:pt x="503" y="29"/>
                          <a:pt x="47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37"/>
                  <p:cNvSpPr/>
                  <p:nvPr/>
                </p:nvSpPr>
                <p:spPr>
                  <a:xfrm>
                    <a:off x="2913234" y="2448349"/>
                    <a:ext cx="18000" cy="87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2" h="2590" extrusionOk="0">
                        <a:moveTo>
                          <a:pt x="29" y="1"/>
                        </a:moveTo>
                        <a:cubicBezTo>
                          <a:pt x="1" y="29"/>
                          <a:pt x="1" y="57"/>
                          <a:pt x="29" y="86"/>
                        </a:cubicBezTo>
                        <a:cubicBezTo>
                          <a:pt x="411" y="821"/>
                          <a:pt x="411" y="1769"/>
                          <a:pt x="29" y="2505"/>
                        </a:cubicBezTo>
                        <a:cubicBezTo>
                          <a:pt x="29" y="2533"/>
                          <a:pt x="29" y="2562"/>
                          <a:pt x="57" y="2590"/>
                        </a:cubicBezTo>
                        <a:lnTo>
                          <a:pt x="86" y="2590"/>
                        </a:lnTo>
                        <a:cubicBezTo>
                          <a:pt x="114" y="2590"/>
                          <a:pt x="114" y="2590"/>
                          <a:pt x="149" y="2562"/>
                        </a:cubicBezTo>
                        <a:cubicBezTo>
                          <a:pt x="531" y="1769"/>
                          <a:pt x="531" y="793"/>
                          <a:pt x="114" y="29"/>
                        </a:cubicBezTo>
                        <a:cubicBezTo>
                          <a:pt x="114" y="1"/>
                          <a:pt x="57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37"/>
                  <p:cNvSpPr/>
                  <p:nvPr/>
                </p:nvSpPr>
                <p:spPr>
                  <a:xfrm>
                    <a:off x="2777519" y="2480188"/>
                    <a:ext cx="51023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08" h="708" extrusionOk="0">
                        <a:moveTo>
                          <a:pt x="1" y="1"/>
                        </a:moveTo>
                        <a:lnTo>
                          <a:pt x="1" y="708"/>
                        </a:lnTo>
                        <a:lnTo>
                          <a:pt x="1507" y="708"/>
                        </a:lnTo>
                        <a:lnTo>
                          <a:pt x="15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37"/>
                  <p:cNvSpPr/>
                  <p:nvPr/>
                </p:nvSpPr>
                <p:spPr>
                  <a:xfrm>
                    <a:off x="2850300" y="2480188"/>
                    <a:ext cx="34985" cy="239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708" extrusionOk="0">
                        <a:moveTo>
                          <a:pt x="0" y="1"/>
                        </a:moveTo>
                        <a:lnTo>
                          <a:pt x="0" y="708"/>
                        </a:lnTo>
                        <a:lnTo>
                          <a:pt x="1033" y="708"/>
                        </a:lnTo>
                        <a:lnTo>
                          <a:pt x="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37"/>
                  <p:cNvSpPr/>
                  <p:nvPr/>
                </p:nvSpPr>
                <p:spPr>
                  <a:xfrm>
                    <a:off x="2880210" y="2479241"/>
                    <a:ext cx="34985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14" extrusionOk="0">
                        <a:moveTo>
                          <a:pt x="64" y="0"/>
                        </a:moveTo>
                        <a:cubicBezTo>
                          <a:pt x="29" y="0"/>
                          <a:pt x="1" y="29"/>
                          <a:pt x="1" y="57"/>
                        </a:cubicBezTo>
                        <a:cubicBezTo>
                          <a:pt x="1" y="85"/>
                          <a:pt x="29" y="113"/>
                          <a:pt x="64" y="113"/>
                        </a:cubicBezTo>
                        <a:lnTo>
                          <a:pt x="977" y="113"/>
                        </a:lnTo>
                        <a:cubicBezTo>
                          <a:pt x="1033" y="113"/>
                          <a:pt x="1033" y="85"/>
                          <a:pt x="1033" y="57"/>
                        </a:cubicBezTo>
                        <a:cubicBezTo>
                          <a:pt x="1033" y="29"/>
                          <a:pt x="1033" y="0"/>
                          <a:pt x="97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37"/>
                  <p:cNvSpPr/>
                  <p:nvPr/>
                </p:nvSpPr>
                <p:spPr>
                  <a:xfrm>
                    <a:off x="2894320" y="2490238"/>
                    <a:ext cx="20876" cy="38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7" h="114" extrusionOk="0">
                        <a:moveTo>
                          <a:pt x="57" y="1"/>
                        </a:moveTo>
                        <a:cubicBezTo>
                          <a:pt x="29" y="1"/>
                          <a:pt x="1" y="29"/>
                          <a:pt x="1" y="57"/>
                        </a:cubicBezTo>
                        <a:cubicBezTo>
                          <a:pt x="1" y="114"/>
                          <a:pt x="29" y="114"/>
                          <a:pt x="57" y="114"/>
                        </a:cubicBezTo>
                        <a:lnTo>
                          <a:pt x="560" y="114"/>
                        </a:lnTo>
                        <a:cubicBezTo>
                          <a:pt x="616" y="114"/>
                          <a:pt x="616" y="114"/>
                          <a:pt x="616" y="57"/>
                        </a:cubicBezTo>
                        <a:cubicBezTo>
                          <a:pt x="616" y="29"/>
                          <a:pt x="616" y="1"/>
                          <a:pt x="56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37"/>
                  <p:cNvSpPr/>
                  <p:nvPr/>
                </p:nvSpPr>
                <p:spPr>
                  <a:xfrm>
                    <a:off x="2752615" y="2459109"/>
                    <a:ext cx="4128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2216" extrusionOk="0">
                        <a:moveTo>
                          <a:pt x="57" y="1"/>
                        </a:moveTo>
                        <a:cubicBezTo>
                          <a:pt x="29" y="1"/>
                          <a:pt x="1" y="36"/>
                          <a:pt x="1" y="65"/>
                        </a:cubicBezTo>
                        <a:lnTo>
                          <a:pt x="1" y="2159"/>
                        </a:lnTo>
                        <a:cubicBezTo>
                          <a:pt x="1" y="2187"/>
                          <a:pt x="29" y="2215"/>
                          <a:pt x="57" y="2215"/>
                        </a:cubicBezTo>
                        <a:cubicBezTo>
                          <a:pt x="86" y="2215"/>
                          <a:pt x="121" y="2187"/>
                          <a:pt x="121" y="2159"/>
                        </a:cubicBezTo>
                        <a:lnTo>
                          <a:pt x="121" y="65"/>
                        </a:lnTo>
                        <a:cubicBezTo>
                          <a:pt x="121" y="36"/>
                          <a:pt x="86" y="1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66" name="Google Shape;466;p37"/>
                <p:cNvGrpSpPr/>
                <p:nvPr/>
              </p:nvGrpSpPr>
              <p:grpSpPr>
                <a:xfrm>
                  <a:off x="3309241" y="2588583"/>
                  <a:ext cx="800705" cy="591511"/>
                  <a:chOff x="3187541" y="2348533"/>
                  <a:chExt cx="800705" cy="591511"/>
                </a:xfrm>
              </p:grpSpPr>
              <p:sp>
                <p:nvSpPr>
                  <p:cNvPr id="467" name="Google Shape;467;p37"/>
                  <p:cNvSpPr/>
                  <p:nvPr/>
                </p:nvSpPr>
                <p:spPr>
                  <a:xfrm>
                    <a:off x="3546607" y="2660533"/>
                    <a:ext cx="83809" cy="2795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8261" extrusionOk="0">
                        <a:moveTo>
                          <a:pt x="797" y="0"/>
                        </a:moveTo>
                        <a:cubicBezTo>
                          <a:pt x="634" y="0"/>
                          <a:pt x="465" y="114"/>
                          <a:pt x="439" y="273"/>
                        </a:cubicBezTo>
                        <a:cubicBezTo>
                          <a:pt x="234" y="1094"/>
                          <a:pt x="1" y="2127"/>
                          <a:pt x="354" y="3103"/>
                        </a:cubicBezTo>
                        <a:cubicBezTo>
                          <a:pt x="467" y="3422"/>
                          <a:pt x="673" y="3719"/>
                          <a:pt x="849" y="3987"/>
                        </a:cubicBezTo>
                        <a:cubicBezTo>
                          <a:pt x="970" y="4221"/>
                          <a:pt x="1090" y="4398"/>
                          <a:pt x="1203" y="4603"/>
                        </a:cubicBezTo>
                        <a:cubicBezTo>
                          <a:pt x="1677" y="5664"/>
                          <a:pt x="1352" y="6930"/>
                          <a:pt x="411" y="7638"/>
                        </a:cubicBezTo>
                        <a:cubicBezTo>
                          <a:pt x="262" y="7758"/>
                          <a:pt x="234" y="7963"/>
                          <a:pt x="354" y="8112"/>
                        </a:cubicBezTo>
                        <a:cubicBezTo>
                          <a:pt x="411" y="8232"/>
                          <a:pt x="531" y="8260"/>
                          <a:pt x="644" y="8260"/>
                        </a:cubicBezTo>
                        <a:cubicBezTo>
                          <a:pt x="708" y="8260"/>
                          <a:pt x="793" y="8260"/>
                          <a:pt x="849" y="8197"/>
                        </a:cubicBezTo>
                        <a:cubicBezTo>
                          <a:pt x="2059" y="7312"/>
                          <a:pt x="2477" y="5664"/>
                          <a:pt x="1826" y="4306"/>
                        </a:cubicBezTo>
                        <a:cubicBezTo>
                          <a:pt x="1705" y="4072"/>
                          <a:pt x="1592" y="3839"/>
                          <a:pt x="1444" y="3634"/>
                        </a:cubicBezTo>
                        <a:cubicBezTo>
                          <a:pt x="1267" y="3365"/>
                          <a:pt x="1118" y="3103"/>
                          <a:pt x="998" y="2834"/>
                        </a:cubicBezTo>
                        <a:cubicBezTo>
                          <a:pt x="736" y="2099"/>
                          <a:pt x="941" y="1186"/>
                          <a:pt x="1118" y="450"/>
                        </a:cubicBezTo>
                        <a:cubicBezTo>
                          <a:pt x="1175" y="238"/>
                          <a:pt x="1062" y="61"/>
                          <a:pt x="849" y="5"/>
                        </a:cubicBezTo>
                        <a:cubicBezTo>
                          <a:pt x="832" y="2"/>
                          <a:pt x="814" y="0"/>
                          <a:pt x="79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37"/>
                  <p:cNvSpPr/>
                  <p:nvPr/>
                </p:nvSpPr>
                <p:spPr>
                  <a:xfrm>
                    <a:off x="3454675" y="2918937"/>
                    <a:ext cx="251394" cy="201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596" extrusionOk="0">
                        <a:moveTo>
                          <a:pt x="270" y="1"/>
                        </a:moveTo>
                        <a:cubicBezTo>
                          <a:pt x="121" y="1"/>
                          <a:pt x="1" y="121"/>
                          <a:pt x="1" y="270"/>
                        </a:cubicBezTo>
                        <a:lnTo>
                          <a:pt x="1" y="326"/>
                        </a:lnTo>
                        <a:cubicBezTo>
                          <a:pt x="1" y="475"/>
                          <a:pt x="121" y="595"/>
                          <a:pt x="270" y="595"/>
                        </a:cubicBezTo>
                        <a:lnTo>
                          <a:pt x="7167" y="595"/>
                        </a:lnTo>
                        <a:cubicBezTo>
                          <a:pt x="7316" y="595"/>
                          <a:pt x="7429" y="475"/>
                          <a:pt x="7429" y="326"/>
                        </a:cubicBezTo>
                        <a:lnTo>
                          <a:pt x="7429" y="270"/>
                        </a:lnTo>
                        <a:cubicBezTo>
                          <a:pt x="7429" y="121"/>
                          <a:pt x="7316" y="1"/>
                          <a:pt x="716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37"/>
                  <p:cNvSpPr/>
                  <p:nvPr/>
                </p:nvSpPr>
                <p:spPr>
                  <a:xfrm>
                    <a:off x="3187541" y="2348533"/>
                    <a:ext cx="800705" cy="480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665" h="14206" extrusionOk="0">
                        <a:moveTo>
                          <a:pt x="468" y="1"/>
                        </a:moveTo>
                        <a:cubicBezTo>
                          <a:pt x="234" y="1"/>
                          <a:pt x="1" y="206"/>
                          <a:pt x="1" y="475"/>
                        </a:cubicBezTo>
                        <a:lnTo>
                          <a:pt x="1" y="13739"/>
                        </a:lnTo>
                        <a:cubicBezTo>
                          <a:pt x="1" y="14001"/>
                          <a:pt x="234" y="14206"/>
                          <a:pt x="468" y="14206"/>
                        </a:cubicBezTo>
                        <a:lnTo>
                          <a:pt x="23198" y="14206"/>
                        </a:lnTo>
                        <a:cubicBezTo>
                          <a:pt x="23431" y="14206"/>
                          <a:pt x="23665" y="14001"/>
                          <a:pt x="23665" y="13739"/>
                        </a:cubicBezTo>
                        <a:lnTo>
                          <a:pt x="23665" y="475"/>
                        </a:lnTo>
                        <a:cubicBezTo>
                          <a:pt x="23665" y="206"/>
                          <a:pt x="23431" y="1"/>
                          <a:pt x="23198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37"/>
                  <p:cNvSpPr/>
                  <p:nvPr/>
                </p:nvSpPr>
                <p:spPr>
                  <a:xfrm>
                    <a:off x="3191399" y="2386362"/>
                    <a:ext cx="793025" cy="4059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438" h="11999" extrusionOk="0">
                        <a:moveTo>
                          <a:pt x="0" y="0"/>
                        </a:moveTo>
                        <a:lnTo>
                          <a:pt x="0" y="11999"/>
                        </a:lnTo>
                        <a:lnTo>
                          <a:pt x="23438" y="11999"/>
                        </a:lnTo>
                        <a:lnTo>
                          <a:pt x="23438" y="0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37"/>
                  <p:cNvSpPr/>
                  <p:nvPr/>
                </p:nvSpPr>
                <p:spPr>
                  <a:xfrm>
                    <a:off x="3264146" y="2426322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37"/>
                  <p:cNvSpPr/>
                  <p:nvPr/>
                </p:nvSpPr>
                <p:spPr>
                  <a:xfrm>
                    <a:off x="3368055" y="2426322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37"/>
                  <p:cNvSpPr/>
                  <p:nvPr/>
                </p:nvSpPr>
                <p:spPr>
                  <a:xfrm>
                    <a:off x="3532498" y="2426322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37"/>
                  <p:cNvSpPr/>
                  <p:nvPr/>
                </p:nvSpPr>
                <p:spPr>
                  <a:xfrm>
                    <a:off x="3723027" y="2426322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37"/>
                  <p:cNvSpPr/>
                  <p:nvPr/>
                </p:nvSpPr>
                <p:spPr>
                  <a:xfrm>
                    <a:off x="3503534" y="2458161"/>
                    <a:ext cx="2013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94" y="354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37"/>
                  <p:cNvSpPr/>
                  <p:nvPr/>
                </p:nvSpPr>
                <p:spPr>
                  <a:xfrm>
                    <a:off x="3563356" y="2458161"/>
                    <a:ext cx="9135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70" y="354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37"/>
                  <p:cNvSpPr/>
                  <p:nvPr/>
                </p:nvSpPr>
                <p:spPr>
                  <a:xfrm>
                    <a:off x="3581323" y="2458161"/>
                    <a:ext cx="15777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62" y="354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37"/>
                  <p:cNvSpPr/>
                  <p:nvPr/>
                </p:nvSpPr>
                <p:spPr>
                  <a:xfrm>
                    <a:off x="3758927" y="2458161"/>
                    <a:ext cx="4598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1359" y="354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37"/>
                  <p:cNvSpPr/>
                  <p:nvPr/>
                </p:nvSpPr>
                <p:spPr>
                  <a:xfrm>
                    <a:off x="3532498" y="2458161"/>
                    <a:ext cx="1891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559" y="354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37"/>
                  <p:cNvSpPr/>
                  <p:nvPr/>
                </p:nvSpPr>
                <p:spPr>
                  <a:xfrm>
                    <a:off x="3412786" y="2458161"/>
                    <a:ext cx="83809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477" y="354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37"/>
                  <p:cNvSpPr/>
                  <p:nvPr/>
                </p:nvSpPr>
                <p:spPr>
                  <a:xfrm>
                    <a:off x="3292162" y="2458161"/>
                    <a:ext cx="11084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3276" y="354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37"/>
                  <p:cNvSpPr/>
                  <p:nvPr/>
                </p:nvSpPr>
                <p:spPr>
                  <a:xfrm>
                    <a:off x="3264146" y="2458161"/>
                    <a:ext cx="1918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567" y="354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37"/>
                  <p:cNvSpPr/>
                  <p:nvPr/>
                </p:nvSpPr>
                <p:spPr>
                  <a:xfrm>
                    <a:off x="3264146" y="2489053"/>
                    <a:ext cx="1607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475" y="389"/>
                        </a:lnTo>
                        <a:lnTo>
                          <a:pt x="47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37"/>
                  <p:cNvSpPr/>
                  <p:nvPr/>
                </p:nvSpPr>
                <p:spPr>
                  <a:xfrm>
                    <a:off x="3295275" y="2489053"/>
                    <a:ext cx="15848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90" extrusionOk="0">
                        <a:moveTo>
                          <a:pt x="0" y="0"/>
                        </a:moveTo>
                        <a:lnTo>
                          <a:pt x="0" y="389"/>
                        </a:lnTo>
                        <a:lnTo>
                          <a:pt x="4684" y="389"/>
                        </a:lnTo>
                        <a:lnTo>
                          <a:pt x="4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37"/>
                  <p:cNvSpPr/>
                  <p:nvPr/>
                </p:nvSpPr>
                <p:spPr>
                  <a:xfrm>
                    <a:off x="3470713" y="2489053"/>
                    <a:ext cx="25139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7429" y="389"/>
                        </a:lnTo>
                        <a:lnTo>
                          <a:pt x="742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6" name="Google Shape;486;p37"/>
                  <p:cNvSpPr/>
                  <p:nvPr/>
                </p:nvSpPr>
                <p:spPr>
                  <a:xfrm>
                    <a:off x="3730911" y="2489053"/>
                    <a:ext cx="73997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90" extrusionOk="0">
                        <a:moveTo>
                          <a:pt x="1" y="0"/>
                        </a:moveTo>
                        <a:lnTo>
                          <a:pt x="1" y="389"/>
                        </a:lnTo>
                        <a:lnTo>
                          <a:pt x="2187" y="389"/>
                        </a:lnTo>
                        <a:lnTo>
                          <a:pt x="218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7" name="Google Shape;487;p37"/>
                  <p:cNvSpPr/>
                  <p:nvPr/>
                </p:nvSpPr>
                <p:spPr>
                  <a:xfrm>
                    <a:off x="3594485" y="2521130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8" name="Google Shape;488;p37"/>
                  <p:cNvSpPr/>
                  <p:nvPr/>
                </p:nvSpPr>
                <p:spPr>
                  <a:xfrm>
                    <a:off x="3264146" y="2521130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9" name="Google Shape;489;p37"/>
                  <p:cNvSpPr/>
                  <p:nvPr/>
                </p:nvSpPr>
                <p:spPr>
                  <a:xfrm>
                    <a:off x="3308200" y="2521130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0" name="Google Shape;490;p37"/>
                  <p:cNvSpPr/>
                  <p:nvPr/>
                </p:nvSpPr>
                <p:spPr>
                  <a:xfrm>
                    <a:off x="3468819" y="2521130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1" name="Google Shape;491;p37"/>
                  <p:cNvSpPr/>
                  <p:nvPr/>
                </p:nvSpPr>
                <p:spPr>
                  <a:xfrm>
                    <a:off x="3368055" y="2552969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2" name="Google Shape;492;p37"/>
                  <p:cNvSpPr/>
                  <p:nvPr/>
                </p:nvSpPr>
                <p:spPr>
                  <a:xfrm>
                    <a:off x="3264146" y="2552969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3" name="Google Shape;493;p37"/>
                  <p:cNvSpPr/>
                  <p:nvPr/>
                </p:nvSpPr>
                <p:spPr>
                  <a:xfrm>
                    <a:off x="3407779" y="2552969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4" name="Google Shape;494;p37"/>
                  <p:cNvSpPr/>
                  <p:nvPr/>
                </p:nvSpPr>
                <p:spPr>
                  <a:xfrm>
                    <a:off x="3445844" y="2552969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5" name="Google Shape;495;p37"/>
                  <p:cNvSpPr/>
                  <p:nvPr/>
                </p:nvSpPr>
                <p:spPr>
                  <a:xfrm>
                    <a:off x="3585383" y="2552969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6" name="Google Shape;496;p37"/>
                  <p:cNvSpPr/>
                  <p:nvPr/>
                </p:nvSpPr>
                <p:spPr>
                  <a:xfrm>
                    <a:off x="3664153" y="2552969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7" name="Google Shape;497;p37"/>
                  <p:cNvSpPr/>
                  <p:nvPr/>
                </p:nvSpPr>
                <p:spPr>
                  <a:xfrm>
                    <a:off x="3748878" y="2552969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8" name="Google Shape;498;p37"/>
                  <p:cNvSpPr/>
                  <p:nvPr/>
                </p:nvSpPr>
                <p:spPr>
                  <a:xfrm>
                    <a:off x="3623211" y="2584809"/>
                    <a:ext cx="61072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1804" y="354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9" name="Google Shape;499;p37"/>
                  <p:cNvSpPr/>
                  <p:nvPr/>
                </p:nvSpPr>
                <p:spPr>
                  <a:xfrm>
                    <a:off x="3264146" y="2584809"/>
                    <a:ext cx="33091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977" y="354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37"/>
                  <p:cNvSpPr/>
                  <p:nvPr/>
                </p:nvSpPr>
                <p:spPr>
                  <a:xfrm>
                    <a:off x="3320178" y="2584809"/>
                    <a:ext cx="154660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4570" y="354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37"/>
                  <p:cNvSpPr/>
                  <p:nvPr/>
                </p:nvSpPr>
                <p:spPr>
                  <a:xfrm>
                    <a:off x="3497545" y="2584809"/>
                    <a:ext cx="3210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54" extrusionOk="0">
                        <a:moveTo>
                          <a:pt x="0" y="0"/>
                        </a:moveTo>
                        <a:lnTo>
                          <a:pt x="0" y="354"/>
                        </a:lnTo>
                        <a:lnTo>
                          <a:pt x="948" y="354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37"/>
                  <p:cNvSpPr/>
                  <p:nvPr/>
                </p:nvSpPr>
                <p:spPr>
                  <a:xfrm>
                    <a:off x="3544442" y="2584809"/>
                    <a:ext cx="50076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1479" y="354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37"/>
                  <p:cNvSpPr/>
                  <p:nvPr/>
                </p:nvSpPr>
                <p:spPr>
                  <a:xfrm>
                    <a:off x="3714162" y="2584809"/>
                    <a:ext cx="75689" cy="11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54" extrusionOk="0">
                        <a:moveTo>
                          <a:pt x="1" y="0"/>
                        </a:moveTo>
                        <a:lnTo>
                          <a:pt x="1" y="354"/>
                        </a:lnTo>
                        <a:lnTo>
                          <a:pt x="2236" y="354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37"/>
                  <p:cNvSpPr/>
                  <p:nvPr/>
                </p:nvSpPr>
                <p:spPr>
                  <a:xfrm>
                    <a:off x="3264146" y="2612791"/>
                    <a:ext cx="8790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98" h="383" extrusionOk="0">
                        <a:moveTo>
                          <a:pt x="1" y="1"/>
                        </a:moveTo>
                        <a:lnTo>
                          <a:pt x="1" y="383"/>
                        </a:lnTo>
                        <a:lnTo>
                          <a:pt x="2597" y="383"/>
                        </a:lnTo>
                        <a:lnTo>
                          <a:pt x="259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37"/>
                  <p:cNvSpPr/>
                  <p:nvPr/>
                </p:nvSpPr>
                <p:spPr>
                  <a:xfrm>
                    <a:off x="3368055" y="2612791"/>
                    <a:ext cx="14745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58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4358" y="383"/>
                        </a:lnTo>
                        <a:lnTo>
                          <a:pt x="4358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37"/>
                  <p:cNvSpPr/>
                  <p:nvPr/>
                </p:nvSpPr>
                <p:spPr>
                  <a:xfrm>
                    <a:off x="3532498" y="2612791"/>
                    <a:ext cx="17259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01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5101" y="383"/>
                        </a:lnTo>
                        <a:lnTo>
                          <a:pt x="5101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37"/>
                  <p:cNvSpPr/>
                  <p:nvPr/>
                </p:nvSpPr>
                <p:spPr>
                  <a:xfrm>
                    <a:off x="3723027" y="2612791"/>
                    <a:ext cx="65843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6" h="383" extrusionOk="0">
                        <a:moveTo>
                          <a:pt x="0" y="1"/>
                        </a:moveTo>
                        <a:lnTo>
                          <a:pt x="0" y="383"/>
                        </a:lnTo>
                        <a:lnTo>
                          <a:pt x="1946" y="383"/>
                        </a:lnTo>
                        <a:lnTo>
                          <a:pt x="194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37"/>
                  <p:cNvSpPr/>
                  <p:nvPr/>
                </p:nvSpPr>
                <p:spPr>
                  <a:xfrm>
                    <a:off x="3503534" y="2644630"/>
                    <a:ext cx="2013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94" y="390"/>
                        </a:lnTo>
                        <a:lnTo>
                          <a:pt x="59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37"/>
                  <p:cNvSpPr/>
                  <p:nvPr/>
                </p:nvSpPr>
                <p:spPr>
                  <a:xfrm>
                    <a:off x="3563356" y="2644630"/>
                    <a:ext cx="9135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0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70" y="390"/>
                        </a:lnTo>
                        <a:lnTo>
                          <a:pt x="270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37"/>
                  <p:cNvSpPr/>
                  <p:nvPr/>
                </p:nvSpPr>
                <p:spPr>
                  <a:xfrm>
                    <a:off x="3581323" y="2644630"/>
                    <a:ext cx="15777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3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4662" y="390"/>
                        </a:lnTo>
                        <a:lnTo>
                          <a:pt x="4662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37"/>
                  <p:cNvSpPr/>
                  <p:nvPr/>
                </p:nvSpPr>
                <p:spPr>
                  <a:xfrm>
                    <a:off x="3758927" y="2644630"/>
                    <a:ext cx="45982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1359" y="390"/>
                        </a:lnTo>
                        <a:lnTo>
                          <a:pt x="13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37"/>
                  <p:cNvSpPr/>
                  <p:nvPr/>
                </p:nvSpPr>
                <p:spPr>
                  <a:xfrm>
                    <a:off x="3532498" y="2644630"/>
                    <a:ext cx="1891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59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559" y="390"/>
                        </a:lnTo>
                        <a:lnTo>
                          <a:pt x="55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37"/>
                  <p:cNvSpPr/>
                  <p:nvPr/>
                </p:nvSpPr>
                <p:spPr>
                  <a:xfrm>
                    <a:off x="3412786" y="2644630"/>
                    <a:ext cx="83809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2477" y="390"/>
                        </a:lnTo>
                        <a:lnTo>
                          <a:pt x="247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37"/>
                  <p:cNvSpPr/>
                  <p:nvPr/>
                </p:nvSpPr>
                <p:spPr>
                  <a:xfrm>
                    <a:off x="3292162" y="2644630"/>
                    <a:ext cx="110843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" h="390" extrusionOk="0">
                        <a:moveTo>
                          <a:pt x="0" y="1"/>
                        </a:moveTo>
                        <a:lnTo>
                          <a:pt x="0" y="390"/>
                        </a:lnTo>
                        <a:lnTo>
                          <a:pt x="3276" y="390"/>
                        </a:lnTo>
                        <a:lnTo>
                          <a:pt x="3276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37"/>
                  <p:cNvSpPr/>
                  <p:nvPr/>
                </p:nvSpPr>
                <p:spPr>
                  <a:xfrm>
                    <a:off x="3264146" y="2644630"/>
                    <a:ext cx="19184" cy="131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390" extrusionOk="0">
                        <a:moveTo>
                          <a:pt x="1" y="1"/>
                        </a:moveTo>
                        <a:lnTo>
                          <a:pt x="1" y="390"/>
                        </a:lnTo>
                        <a:lnTo>
                          <a:pt x="567" y="390"/>
                        </a:lnTo>
                        <a:lnTo>
                          <a:pt x="56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37"/>
                  <p:cNvSpPr/>
                  <p:nvPr/>
                </p:nvSpPr>
                <p:spPr>
                  <a:xfrm>
                    <a:off x="3264146" y="2676707"/>
                    <a:ext cx="16072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5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475" y="354"/>
                        </a:lnTo>
                        <a:lnTo>
                          <a:pt x="475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37"/>
                  <p:cNvSpPr/>
                  <p:nvPr/>
                </p:nvSpPr>
                <p:spPr>
                  <a:xfrm>
                    <a:off x="3295275" y="2676707"/>
                    <a:ext cx="158483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84" h="355" extrusionOk="0">
                        <a:moveTo>
                          <a:pt x="0" y="1"/>
                        </a:moveTo>
                        <a:lnTo>
                          <a:pt x="0" y="354"/>
                        </a:lnTo>
                        <a:lnTo>
                          <a:pt x="4684" y="354"/>
                        </a:lnTo>
                        <a:lnTo>
                          <a:pt x="4684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37"/>
                  <p:cNvSpPr/>
                  <p:nvPr/>
                </p:nvSpPr>
                <p:spPr>
                  <a:xfrm>
                    <a:off x="3470713" y="2676707"/>
                    <a:ext cx="251394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0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7429" y="354"/>
                        </a:lnTo>
                        <a:lnTo>
                          <a:pt x="7429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37"/>
                  <p:cNvSpPr/>
                  <p:nvPr/>
                </p:nvSpPr>
                <p:spPr>
                  <a:xfrm>
                    <a:off x="3730911" y="2676707"/>
                    <a:ext cx="73997" cy="1201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87" h="355" extrusionOk="0">
                        <a:moveTo>
                          <a:pt x="1" y="1"/>
                        </a:moveTo>
                        <a:lnTo>
                          <a:pt x="1" y="354"/>
                        </a:lnTo>
                        <a:lnTo>
                          <a:pt x="2187" y="354"/>
                        </a:lnTo>
                        <a:lnTo>
                          <a:pt x="2187" y="1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37"/>
                  <p:cNvSpPr/>
                  <p:nvPr/>
                </p:nvSpPr>
                <p:spPr>
                  <a:xfrm>
                    <a:off x="3594485" y="2707599"/>
                    <a:ext cx="192487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8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5688" y="382"/>
                        </a:lnTo>
                        <a:lnTo>
                          <a:pt x="568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37"/>
                  <p:cNvSpPr/>
                  <p:nvPr/>
                </p:nvSpPr>
                <p:spPr>
                  <a:xfrm>
                    <a:off x="3264146" y="2707599"/>
                    <a:ext cx="3116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1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20" y="382"/>
                        </a:lnTo>
                        <a:lnTo>
                          <a:pt x="92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37"/>
                  <p:cNvSpPr/>
                  <p:nvPr/>
                </p:nvSpPr>
                <p:spPr>
                  <a:xfrm>
                    <a:off x="3308200" y="2707599"/>
                    <a:ext cx="15060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5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450" y="382"/>
                        </a:lnTo>
                        <a:lnTo>
                          <a:pt x="445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37"/>
                  <p:cNvSpPr/>
                  <p:nvPr/>
                </p:nvSpPr>
                <p:spPr>
                  <a:xfrm>
                    <a:off x="3468819" y="2707599"/>
                    <a:ext cx="9862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1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2915" y="382"/>
                        </a:lnTo>
                        <a:lnTo>
                          <a:pt x="291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37"/>
                  <p:cNvSpPr/>
                  <p:nvPr/>
                </p:nvSpPr>
                <p:spPr>
                  <a:xfrm>
                    <a:off x="3368055" y="2739438"/>
                    <a:ext cx="2994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84" y="382"/>
                        </a:lnTo>
                        <a:lnTo>
                          <a:pt x="8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37"/>
                  <p:cNvSpPr/>
                  <p:nvPr/>
                </p:nvSpPr>
                <p:spPr>
                  <a:xfrm>
                    <a:off x="3264146" y="2739438"/>
                    <a:ext cx="9101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9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689" y="382"/>
                        </a:lnTo>
                        <a:lnTo>
                          <a:pt x="268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37"/>
                  <p:cNvSpPr/>
                  <p:nvPr/>
                </p:nvSpPr>
                <p:spPr>
                  <a:xfrm>
                    <a:off x="3407779" y="2739438"/>
                    <a:ext cx="2804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828" y="382"/>
                        </a:lnTo>
                        <a:lnTo>
                          <a:pt x="82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7" name="Google Shape;527;p37"/>
                  <p:cNvSpPr/>
                  <p:nvPr/>
                </p:nvSpPr>
                <p:spPr>
                  <a:xfrm>
                    <a:off x="3445844" y="2739438"/>
                    <a:ext cx="12258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3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3622" y="382"/>
                        </a:lnTo>
                        <a:lnTo>
                          <a:pt x="3622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8" name="Google Shape;528;p37"/>
                  <p:cNvSpPr/>
                  <p:nvPr/>
                </p:nvSpPr>
                <p:spPr>
                  <a:xfrm>
                    <a:off x="3585383" y="2739438"/>
                    <a:ext cx="55794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9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649" y="382"/>
                        </a:lnTo>
                        <a:lnTo>
                          <a:pt x="164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9" name="Google Shape;529;p37"/>
                  <p:cNvSpPr/>
                  <p:nvPr/>
                </p:nvSpPr>
                <p:spPr>
                  <a:xfrm>
                    <a:off x="3664153" y="2739438"/>
                    <a:ext cx="5697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4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684" y="382"/>
                        </a:lnTo>
                        <a:lnTo>
                          <a:pt x="168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0" name="Google Shape;530;p37"/>
                  <p:cNvSpPr/>
                  <p:nvPr/>
                </p:nvSpPr>
                <p:spPr>
                  <a:xfrm>
                    <a:off x="3748878" y="2739438"/>
                    <a:ext cx="38098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26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125" y="382"/>
                        </a:lnTo>
                        <a:lnTo>
                          <a:pt x="1125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1" name="Google Shape;531;p37"/>
                  <p:cNvSpPr/>
                  <p:nvPr/>
                </p:nvSpPr>
                <p:spPr>
                  <a:xfrm>
                    <a:off x="3623211" y="2771515"/>
                    <a:ext cx="61072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05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1804" y="382"/>
                        </a:lnTo>
                        <a:lnTo>
                          <a:pt x="1804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2" name="Google Shape;532;p37"/>
                  <p:cNvSpPr/>
                  <p:nvPr/>
                </p:nvSpPr>
                <p:spPr>
                  <a:xfrm>
                    <a:off x="3264146" y="2771515"/>
                    <a:ext cx="33091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8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977" y="382"/>
                        </a:lnTo>
                        <a:lnTo>
                          <a:pt x="977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3" name="Google Shape;533;p37"/>
                  <p:cNvSpPr/>
                  <p:nvPr/>
                </p:nvSpPr>
                <p:spPr>
                  <a:xfrm>
                    <a:off x="3320178" y="2771515"/>
                    <a:ext cx="154660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71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4570" y="382"/>
                        </a:lnTo>
                        <a:lnTo>
                          <a:pt x="4570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4" name="Google Shape;534;p37"/>
                  <p:cNvSpPr/>
                  <p:nvPr/>
                </p:nvSpPr>
                <p:spPr>
                  <a:xfrm>
                    <a:off x="3497545" y="2771515"/>
                    <a:ext cx="3210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383" extrusionOk="0">
                        <a:moveTo>
                          <a:pt x="0" y="0"/>
                        </a:moveTo>
                        <a:lnTo>
                          <a:pt x="0" y="382"/>
                        </a:lnTo>
                        <a:lnTo>
                          <a:pt x="948" y="382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5" name="Google Shape;535;p37"/>
                  <p:cNvSpPr/>
                  <p:nvPr/>
                </p:nvSpPr>
                <p:spPr>
                  <a:xfrm>
                    <a:off x="3544442" y="2771515"/>
                    <a:ext cx="50076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80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1479" y="382"/>
                        </a:lnTo>
                        <a:lnTo>
                          <a:pt x="1479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6" name="Google Shape;536;p37"/>
                  <p:cNvSpPr/>
                  <p:nvPr/>
                </p:nvSpPr>
                <p:spPr>
                  <a:xfrm>
                    <a:off x="3714162" y="2771515"/>
                    <a:ext cx="75689" cy="1295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37" h="383" extrusionOk="0">
                        <a:moveTo>
                          <a:pt x="1" y="0"/>
                        </a:moveTo>
                        <a:lnTo>
                          <a:pt x="1" y="382"/>
                        </a:lnTo>
                        <a:lnTo>
                          <a:pt x="2236" y="382"/>
                        </a:lnTo>
                        <a:lnTo>
                          <a:pt x="223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37" name="Google Shape;537;p37"/>
                <p:cNvGrpSpPr/>
                <p:nvPr/>
              </p:nvGrpSpPr>
              <p:grpSpPr>
                <a:xfrm>
                  <a:off x="3023938" y="2911749"/>
                  <a:ext cx="215463" cy="293253"/>
                  <a:chOff x="2902238" y="2671699"/>
                  <a:chExt cx="215463" cy="293253"/>
                </a:xfrm>
              </p:grpSpPr>
              <p:sp>
                <p:nvSpPr>
                  <p:cNvPr id="538" name="Google Shape;538;p37"/>
                  <p:cNvSpPr/>
                  <p:nvPr/>
                </p:nvSpPr>
                <p:spPr>
                  <a:xfrm>
                    <a:off x="2935024" y="2671699"/>
                    <a:ext cx="84994" cy="134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2" h="3984" extrusionOk="0">
                        <a:moveTo>
                          <a:pt x="1" y="0"/>
                        </a:moveTo>
                        <a:cubicBezTo>
                          <a:pt x="36" y="57"/>
                          <a:pt x="1" y="382"/>
                          <a:pt x="1" y="474"/>
                        </a:cubicBezTo>
                        <a:cubicBezTo>
                          <a:pt x="36" y="651"/>
                          <a:pt x="36" y="828"/>
                          <a:pt x="93" y="969"/>
                        </a:cubicBezTo>
                        <a:cubicBezTo>
                          <a:pt x="149" y="1323"/>
                          <a:pt x="269" y="1648"/>
                          <a:pt x="418" y="1945"/>
                        </a:cubicBezTo>
                        <a:cubicBezTo>
                          <a:pt x="743" y="2561"/>
                          <a:pt x="1210" y="3127"/>
                          <a:pt x="1713" y="3566"/>
                        </a:cubicBezTo>
                        <a:cubicBezTo>
                          <a:pt x="1861" y="3714"/>
                          <a:pt x="2010" y="3834"/>
                          <a:pt x="2187" y="3919"/>
                        </a:cubicBezTo>
                        <a:cubicBezTo>
                          <a:pt x="2210" y="3919"/>
                          <a:pt x="2299" y="3984"/>
                          <a:pt x="2360" y="3984"/>
                        </a:cubicBezTo>
                        <a:cubicBezTo>
                          <a:pt x="2372" y="3984"/>
                          <a:pt x="2383" y="3982"/>
                          <a:pt x="2392" y="3976"/>
                        </a:cubicBezTo>
                        <a:cubicBezTo>
                          <a:pt x="2512" y="3863"/>
                          <a:pt x="2420" y="3332"/>
                          <a:pt x="2420" y="3212"/>
                        </a:cubicBezTo>
                        <a:cubicBezTo>
                          <a:pt x="2363" y="2886"/>
                          <a:pt x="2271" y="2596"/>
                          <a:pt x="2123" y="2327"/>
                        </a:cubicBezTo>
                        <a:cubicBezTo>
                          <a:pt x="1889" y="1854"/>
                          <a:pt x="1564" y="1358"/>
                          <a:pt x="1210" y="969"/>
                        </a:cubicBezTo>
                        <a:cubicBezTo>
                          <a:pt x="828" y="615"/>
                          <a:pt x="326" y="410"/>
                          <a:pt x="1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39" name="Google Shape;539;p37"/>
                  <p:cNvSpPr/>
                  <p:nvPr/>
                </p:nvSpPr>
                <p:spPr>
                  <a:xfrm>
                    <a:off x="2961112" y="2712606"/>
                    <a:ext cx="77821" cy="2034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6014" extrusionOk="0">
                        <a:moveTo>
                          <a:pt x="29" y="1"/>
                        </a:moveTo>
                        <a:cubicBezTo>
                          <a:pt x="1" y="29"/>
                          <a:pt x="1" y="29"/>
                          <a:pt x="29" y="57"/>
                        </a:cubicBezTo>
                        <a:cubicBezTo>
                          <a:pt x="1387" y="1706"/>
                          <a:pt x="2180" y="3828"/>
                          <a:pt x="2236" y="5986"/>
                        </a:cubicBezTo>
                        <a:lnTo>
                          <a:pt x="2272" y="6014"/>
                        </a:lnTo>
                        <a:cubicBezTo>
                          <a:pt x="2300" y="6014"/>
                          <a:pt x="2300" y="5986"/>
                          <a:pt x="2300" y="5986"/>
                        </a:cubicBezTo>
                        <a:cubicBezTo>
                          <a:pt x="2236" y="3800"/>
                          <a:pt x="1444" y="1677"/>
                          <a:pt x="57" y="29"/>
                        </a:cubicBezTo>
                        <a:cubicBezTo>
                          <a:pt x="57" y="1"/>
                          <a:pt x="29" y="1"/>
                          <a:pt x="29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0" name="Google Shape;540;p37"/>
                  <p:cNvSpPr/>
                  <p:nvPr/>
                </p:nvSpPr>
                <p:spPr>
                  <a:xfrm>
                    <a:off x="2902238" y="2798786"/>
                    <a:ext cx="124750" cy="414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87" h="1225" extrusionOk="0">
                        <a:moveTo>
                          <a:pt x="1741" y="1"/>
                        </a:moveTo>
                        <a:cubicBezTo>
                          <a:pt x="1564" y="1"/>
                          <a:pt x="1387" y="15"/>
                          <a:pt x="1210" y="43"/>
                        </a:cubicBezTo>
                        <a:cubicBezTo>
                          <a:pt x="793" y="107"/>
                          <a:pt x="411" y="192"/>
                          <a:pt x="0" y="312"/>
                        </a:cubicBezTo>
                        <a:cubicBezTo>
                          <a:pt x="206" y="666"/>
                          <a:pt x="559" y="899"/>
                          <a:pt x="941" y="1048"/>
                        </a:cubicBezTo>
                        <a:cubicBezTo>
                          <a:pt x="1267" y="1168"/>
                          <a:pt x="1620" y="1224"/>
                          <a:pt x="1946" y="1224"/>
                        </a:cubicBezTo>
                        <a:cubicBezTo>
                          <a:pt x="2384" y="1224"/>
                          <a:pt x="2822" y="1133"/>
                          <a:pt x="3255" y="1133"/>
                        </a:cubicBezTo>
                        <a:cubicBezTo>
                          <a:pt x="3318" y="1133"/>
                          <a:pt x="3382" y="1135"/>
                          <a:pt x="3446" y="1139"/>
                        </a:cubicBezTo>
                        <a:cubicBezTo>
                          <a:pt x="3538" y="1139"/>
                          <a:pt x="3622" y="1139"/>
                          <a:pt x="3686" y="1196"/>
                        </a:cubicBezTo>
                        <a:cubicBezTo>
                          <a:pt x="3594" y="927"/>
                          <a:pt x="3417" y="666"/>
                          <a:pt x="3212" y="460"/>
                        </a:cubicBezTo>
                        <a:cubicBezTo>
                          <a:pt x="2950" y="220"/>
                          <a:pt x="2625" y="107"/>
                          <a:pt x="2271" y="43"/>
                        </a:cubicBezTo>
                        <a:cubicBezTo>
                          <a:pt x="2094" y="15"/>
                          <a:pt x="1917" y="1"/>
                          <a:pt x="1741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1" name="Google Shape;541;p37"/>
                  <p:cNvSpPr/>
                  <p:nvPr/>
                </p:nvSpPr>
                <p:spPr>
                  <a:xfrm>
                    <a:off x="2943179" y="2817362"/>
                    <a:ext cx="83809" cy="21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77" h="648" extrusionOk="0">
                        <a:moveTo>
                          <a:pt x="938" y="1"/>
                        </a:moveTo>
                        <a:cubicBezTo>
                          <a:pt x="641" y="1"/>
                          <a:pt x="333" y="35"/>
                          <a:pt x="28" y="60"/>
                        </a:cubicBezTo>
                        <a:cubicBezTo>
                          <a:pt x="28" y="60"/>
                          <a:pt x="0" y="60"/>
                          <a:pt x="0" y="88"/>
                        </a:cubicBezTo>
                        <a:lnTo>
                          <a:pt x="28" y="117"/>
                        </a:lnTo>
                        <a:cubicBezTo>
                          <a:pt x="330" y="97"/>
                          <a:pt x="635" y="61"/>
                          <a:pt x="929" y="61"/>
                        </a:cubicBezTo>
                        <a:cubicBezTo>
                          <a:pt x="1063" y="61"/>
                          <a:pt x="1195" y="68"/>
                          <a:pt x="1323" y="88"/>
                        </a:cubicBezTo>
                        <a:cubicBezTo>
                          <a:pt x="1769" y="145"/>
                          <a:pt x="2151" y="322"/>
                          <a:pt x="2412" y="619"/>
                        </a:cubicBezTo>
                        <a:lnTo>
                          <a:pt x="2448" y="647"/>
                        </a:lnTo>
                        <a:cubicBezTo>
                          <a:pt x="2448" y="647"/>
                          <a:pt x="2476" y="647"/>
                          <a:pt x="2476" y="619"/>
                        </a:cubicBezTo>
                        <a:lnTo>
                          <a:pt x="2476" y="590"/>
                        </a:lnTo>
                        <a:cubicBezTo>
                          <a:pt x="2179" y="293"/>
                          <a:pt x="1797" y="88"/>
                          <a:pt x="1323" y="25"/>
                        </a:cubicBezTo>
                        <a:cubicBezTo>
                          <a:pt x="1198" y="7"/>
                          <a:pt x="1069" y="1"/>
                          <a:pt x="93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2" name="Google Shape;542;p37"/>
                  <p:cNvSpPr/>
                  <p:nvPr/>
                </p:nvSpPr>
                <p:spPr>
                  <a:xfrm>
                    <a:off x="3041777" y="2741570"/>
                    <a:ext cx="60835" cy="1266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8" h="3744" extrusionOk="0">
                        <a:moveTo>
                          <a:pt x="1387" y="1"/>
                        </a:moveTo>
                        <a:cubicBezTo>
                          <a:pt x="1267" y="319"/>
                          <a:pt x="1062" y="616"/>
                          <a:pt x="828" y="885"/>
                        </a:cubicBezTo>
                        <a:cubicBezTo>
                          <a:pt x="652" y="1062"/>
                          <a:pt x="531" y="1203"/>
                          <a:pt x="383" y="1416"/>
                        </a:cubicBezTo>
                        <a:cubicBezTo>
                          <a:pt x="270" y="1621"/>
                          <a:pt x="206" y="1883"/>
                          <a:pt x="149" y="2151"/>
                        </a:cubicBezTo>
                        <a:cubicBezTo>
                          <a:pt x="93" y="2413"/>
                          <a:pt x="64" y="2710"/>
                          <a:pt x="64" y="2972"/>
                        </a:cubicBezTo>
                        <a:cubicBezTo>
                          <a:pt x="29" y="3213"/>
                          <a:pt x="1" y="3474"/>
                          <a:pt x="149" y="3679"/>
                        </a:cubicBezTo>
                        <a:cubicBezTo>
                          <a:pt x="178" y="3715"/>
                          <a:pt x="206" y="3743"/>
                          <a:pt x="241" y="3743"/>
                        </a:cubicBezTo>
                        <a:cubicBezTo>
                          <a:pt x="270" y="3743"/>
                          <a:pt x="298" y="3715"/>
                          <a:pt x="326" y="3679"/>
                        </a:cubicBezTo>
                        <a:cubicBezTo>
                          <a:pt x="503" y="3503"/>
                          <a:pt x="623" y="3297"/>
                          <a:pt x="736" y="3064"/>
                        </a:cubicBezTo>
                        <a:cubicBezTo>
                          <a:pt x="857" y="2887"/>
                          <a:pt x="913" y="2710"/>
                          <a:pt x="1005" y="2533"/>
                        </a:cubicBezTo>
                        <a:cubicBezTo>
                          <a:pt x="1182" y="2300"/>
                          <a:pt x="1416" y="2059"/>
                          <a:pt x="1592" y="1826"/>
                        </a:cubicBezTo>
                        <a:cubicBezTo>
                          <a:pt x="1656" y="1734"/>
                          <a:pt x="1684" y="1649"/>
                          <a:pt x="1713" y="1557"/>
                        </a:cubicBezTo>
                        <a:cubicBezTo>
                          <a:pt x="1798" y="1295"/>
                          <a:pt x="1798" y="1027"/>
                          <a:pt x="1713" y="765"/>
                        </a:cubicBezTo>
                        <a:cubicBezTo>
                          <a:pt x="1656" y="496"/>
                          <a:pt x="1536" y="234"/>
                          <a:pt x="1387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3" name="Google Shape;543;p37"/>
                  <p:cNvSpPr/>
                  <p:nvPr/>
                </p:nvSpPr>
                <p:spPr>
                  <a:xfrm>
                    <a:off x="3041777" y="2793508"/>
                    <a:ext cx="28049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29" h="3298" extrusionOk="0">
                        <a:moveTo>
                          <a:pt x="800" y="1"/>
                        </a:moveTo>
                        <a:cubicBezTo>
                          <a:pt x="793" y="1"/>
                          <a:pt x="786" y="8"/>
                          <a:pt x="772" y="22"/>
                        </a:cubicBezTo>
                        <a:cubicBezTo>
                          <a:pt x="475" y="496"/>
                          <a:pt x="298" y="1083"/>
                          <a:pt x="241" y="1649"/>
                        </a:cubicBezTo>
                        <a:cubicBezTo>
                          <a:pt x="206" y="1826"/>
                          <a:pt x="178" y="2003"/>
                          <a:pt x="149" y="2180"/>
                        </a:cubicBezTo>
                        <a:cubicBezTo>
                          <a:pt x="93" y="2534"/>
                          <a:pt x="1" y="2887"/>
                          <a:pt x="64" y="3269"/>
                        </a:cubicBezTo>
                        <a:cubicBezTo>
                          <a:pt x="64" y="3269"/>
                          <a:pt x="64" y="3298"/>
                          <a:pt x="93" y="3298"/>
                        </a:cubicBezTo>
                        <a:cubicBezTo>
                          <a:pt x="121" y="3298"/>
                          <a:pt x="121" y="3269"/>
                          <a:pt x="121" y="3269"/>
                        </a:cubicBezTo>
                        <a:cubicBezTo>
                          <a:pt x="64" y="2887"/>
                          <a:pt x="149" y="2534"/>
                          <a:pt x="206" y="2180"/>
                        </a:cubicBezTo>
                        <a:cubicBezTo>
                          <a:pt x="241" y="2003"/>
                          <a:pt x="270" y="1826"/>
                          <a:pt x="298" y="1649"/>
                        </a:cubicBezTo>
                        <a:cubicBezTo>
                          <a:pt x="354" y="1083"/>
                          <a:pt x="531" y="524"/>
                          <a:pt x="828" y="57"/>
                        </a:cubicBezTo>
                        <a:lnTo>
                          <a:pt x="828" y="22"/>
                        </a:lnTo>
                        <a:cubicBezTo>
                          <a:pt x="814" y="8"/>
                          <a:pt x="807" y="1"/>
                          <a:pt x="80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4" name="Google Shape;544;p37"/>
                  <p:cNvSpPr/>
                  <p:nvPr/>
                </p:nvSpPr>
                <p:spPr>
                  <a:xfrm>
                    <a:off x="2957052" y="2889974"/>
                    <a:ext cx="160649" cy="7497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748" h="2216" extrusionOk="0">
                        <a:moveTo>
                          <a:pt x="0" y="1"/>
                        </a:moveTo>
                        <a:cubicBezTo>
                          <a:pt x="149" y="857"/>
                          <a:pt x="680" y="1741"/>
                          <a:pt x="1387" y="2187"/>
                        </a:cubicBezTo>
                        <a:cubicBezTo>
                          <a:pt x="1444" y="2215"/>
                          <a:pt x="1507" y="2215"/>
                          <a:pt x="1564" y="2215"/>
                        </a:cubicBezTo>
                        <a:lnTo>
                          <a:pt x="3184" y="2215"/>
                        </a:lnTo>
                        <a:cubicBezTo>
                          <a:pt x="3240" y="2215"/>
                          <a:pt x="3304" y="2215"/>
                          <a:pt x="3361" y="2187"/>
                        </a:cubicBezTo>
                        <a:cubicBezTo>
                          <a:pt x="4068" y="1741"/>
                          <a:pt x="4599" y="857"/>
                          <a:pt x="4747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5" name="Google Shape;545;p37"/>
                <p:cNvGrpSpPr/>
                <p:nvPr/>
              </p:nvGrpSpPr>
              <p:grpSpPr>
                <a:xfrm>
                  <a:off x="4137001" y="3078323"/>
                  <a:ext cx="232450" cy="127628"/>
                  <a:chOff x="4015301" y="2838273"/>
                  <a:chExt cx="232450" cy="127628"/>
                </a:xfrm>
              </p:grpSpPr>
              <p:sp>
                <p:nvSpPr>
                  <p:cNvPr id="546" name="Google Shape;546;p37"/>
                  <p:cNvSpPr/>
                  <p:nvPr/>
                </p:nvSpPr>
                <p:spPr>
                  <a:xfrm>
                    <a:off x="4015301" y="2948882"/>
                    <a:ext cx="213533" cy="170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11" h="503" extrusionOk="0">
                        <a:moveTo>
                          <a:pt x="0" y="0"/>
                        </a:moveTo>
                        <a:lnTo>
                          <a:pt x="0" y="502"/>
                        </a:lnTo>
                        <a:lnTo>
                          <a:pt x="6310" y="502"/>
                        </a:lnTo>
                        <a:lnTo>
                          <a:pt x="631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7" name="Google Shape;547;p37"/>
                  <p:cNvSpPr/>
                  <p:nvPr/>
                </p:nvSpPr>
                <p:spPr>
                  <a:xfrm>
                    <a:off x="4130918" y="2838273"/>
                    <a:ext cx="101742" cy="1115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7" h="3298" extrusionOk="0">
                        <a:moveTo>
                          <a:pt x="0" y="1"/>
                        </a:moveTo>
                        <a:lnTo>
                          <a:pt x="594" y="3297"/>
                        </a:lnTo>
                        <a:lnTo>
                          <a:pt x="2363" y="3297"/>
                        </a:lnTo>
                        <a:lnTo>
                          <a:pt x="300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48" name="Google Shape;548;p37"/>
                  <p:cNvSpPr/>
                  <p:nvPr/>
                </p:nvSpPr>
                <p:spPr>
                  <a:xfrm>
                    <a:off x="4166818" y="2861856"/>
                    <a:ext cx="80933" cy="621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2" h="1837" extrusionOk="0">
                        <a:moveTo>
                          <a:pt x="1978" y="0"/>
                        </a:moveTo>
                        <a:cubicBezTo>
                          <a:pt x="1951" y="0"/>
                          <a:pt x="1921" y="4"/>
                          <a:pt x="1889" y="11"/>
                        </a:cubicBezTo>
                        <a:cubicBezTo>
                          <a:pt x="1564" y="40"/>
                          <a:pt x="1238" y="124"/>
                          <a:pt x="948" y="273"/>
                        </a:cubicBezTo>
                        <a:cubicBezTo>
                          <a:pt x="913" y="273"/>
                          <a:pt x="884" y="337"/>
                          <a:pt x="913" y="365"/>
                        </a:cubicBezTo>
                        <a:cubicBezTo>
                          <a:pt x="913" y="393"/>
                          <a:pt x="948" y="393"/>
                          <a:pt x="976" y="393"/>
                        </a:cubicBezTo>
                        <a:cubicBezTo>
                          <a:pt x="1266" y="245"/>
                          <a:pt x="1592" y="160"/>
                          <a:pt x="1917" y="124"/>
                        </a:cubicBezTo>
                        <a:cubicBezTo>
                          <a:pt x="1933" y="116"/>
                          <a:pt x="1950" y="113"/>
                          <a:pt x="1967" y="113"/>
                        </a:cubicBezTo>
                        <a:cubicBezTo>
                          <a:pt x="2010" y="113"/>
                          <a:pt x="2054" y="135"/>
                          <a:pt x="2094" y="160"/>
                        </a:cubicBezTo>
                        <a:cubicBezTo>
                          <a:pt x="2214" y="245"/>
                          <a:pt x="2214" y="365"/>
                          <a:pt x="2151" y="542"/>
                        </a:cubicBezTo>
                        <a:lnTo>
                          <a:pt x="1832" y="1511"/>
                        </a:lnTo>
                        <a:cubicBezTo>
                          <a:pt x="1797" y="1603"/>
                          <a:pt x="1712" y="1660"/>
                          <a:pt x="1620" y="1660"/>
                        </a:cubicBezTo>
                        <a:cubicBezTo>
                          <a:pt x="1426" y="1649"/>
                          <a:pt x="1237" y="1643"/>
                          <a:pt x="1048" y="1643"/>
                        </a:cubicBezTo>
                        <a:cubicBezTo>
                          <a:pt x="722" y="1643"/>
                          <a:pt x="400" y="1662"/>
                          <a:pt x="64" y="1716"/>
                        </a:cubicBezTo>
                        <a:cubicBezTo>
                          <a:pt x="28" y="1716"/>
                          <a:pt x="0" y="1752"/>
                          <a:pt x="0" y="1780"/>
                        </a:cubicBezTo>
                        <a:cubicBezTo>
                          <a:pt x="28" y="1808"/>
                          <a:pt x="28" y="1836"/>
                          <a:pt x="64" y="1836"/>
                        </a:cubicBezTo>
                        <a:lnTo>
                          <a:pt x="92" y="1836"/>
                        </a:lnTo>
                        <a:cubicBezTo>
                          <a:pt x="411" y="1783"/>
                          <a:pt x="726" y="1763"/>
                          <a:pt x="1050" y="1763"/>
                        </a:cubicBezTo>
                        <a:cubicBezTo>
                          <a:pt x="1237" y="1763"/>
                          <a:pt x="1426" y="1769"/>
                          <a:pt x="1620" y="1780"/>
                        </a:cubicBezTo>
                        <a:cubicBezTo>
                          <a:pt x="1769" y="1780"/>
                          <a:pt x="1889" y="1688"/>
                          <a:pt x="1946" y="1539"/>
                        </a:cubicBezTo>
                        <a:lnTo>
                          <a:pt x="2271" y="570"/>
                        </a:lnTo>
                        <a:cubicBezTo>
                          <a:pt x="2299" y="450"/>
                          <a:pt x="2391" y="188"/>
                          <a:pt x="2151" y="68"/>
                        </a:cubicBezTo>
                        <a:cubicBezTo>
                          <a:pt x="2109" y="26"/>
                          <a:pt x="2053" y="0"/>
                          <a:pt x="197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49" name="Google Shape;549;p37"/>
                <p:cNvGrpSpPr/>
                <p:nvPr/>
              </p:nvGrpSpPr>
              <p:grpSpPr>
                <a:xfrm>
                  <a:off x="3705154" y="2353574"/>
                  <a:ext cx="430899" cy="135173"/>
                  <a:chOff x="3583454" y="2026924"/>
                  <a:chExt cx="430899" cy="135173"/>
                </a:xfrm>
              </p:grpSpPr>
              <p:sp>
                <p:nvSpPr>
                  <p:cNvPr id="550" name="Google Shape;550;p37"/>
                  <p:cNvSpPr/>
                  <p:nvPr/>
                </p:nvSpPr>
                <p:spPr>
                  <a:xfrm>
                    <a:off x="3754867" y="2128093"/>
                    <a:ext cx="32109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9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1" name="Google Shape;551;p37"/>
                  <p:cNvSpPr/>
                  <p:nvPr/>
                </p:nvSpPr>
                <p:spPr>
                  <a:xfrm>
                    <a:off x="3801763" y="2125217"/>
                    <a:ext cx="58941" cy="337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2" h="998" extrusionOk="0">
                        <a:moveTo>
                          <a:pt x="913" y="205"/>
                        </a:moveTo>
                        <a:lnTo>
                          <a:pt x="1444" y="885"/>
                        </a:lnTo>
                        <a:lnTo>
                          <a:pt x="326" y="885"/>
                        </a:lnTo>
                        <a:lnTo>
                          <a:pt x="913" y="205"/>
                        </a:lnTo>
                        <a:close/>
                        <a:moveTo>
                          <a:pt x="913" y="0"/>
                        </a:moveTo>
                        <a:lnTo>
                          <a:pt x="1" y="998"/>
                        </a:lnTo>
                        <a:lnTo>
                          <a:pt x="1741" y="998"/>
                        </a:lnTo>
                        <a:lnTo>
                          <a:pt x="913" y="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2" name="Google Shape;552;p37"/>
                  <p:cNvSpPr/>
                  <p:nvPr/>
                </p:nvSpPr>
                <p:spPr>
                  <a:xfrm>
                    <a:off x="3871668" y="2125217"/>
                    <a:ext cx="34985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34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85" y="1061"/>
                        </a:lnTo>
                        <a:lnTo>
                          <a:pt x="1033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3" name="Google Shape;553;p37"/>
                  <p:cNvSpPr/>
                  <p:nvPr/>
                </p:nvSpPr>
                <p:spPr>
                  <a:xfrm>
                    <a:off x="3889635" y="2125217"/>
                    <a:ext cx="35933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62" h="1062" extrusionOk="0">
                        <a:moveTo>
                          <a:pt x="941" y="0"/>
                        </a:moveTo>
                        <a:lnTo>
                          <a:pt x="0" y="969"/>
                        </a:lnTo>
                        <a:lnTo>
                          <a:pt x="120" y="1061"/>
                        </a:lnTo>
                        <a:lnTo>
                          <a:pt x="1061" y="85"/>
                        </a:lnTo>
                        <a:lnTo>
                          <a:pt x="941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4" name="Google Shape;554;p37"/>
                  <p:cNvSpPr/>
                  <p:nvPr/>
                </p:nvSpPr>
                <p:spPr>
                  <a:xfrm>
                    <a:off x="3937479" y="2123052"/>
                    <a:ext cx="10117" cy="349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9" h="1034" extrusionOk="0">
                        <a:moveTo>
                          <a:pt x="1" y="1"/>
                        </a:moveTo>
                        <a:lnTo>
                          <a:pt x="1" y="93"/>
                        </a:lnTo>
                        <a:lnTo>
                          <a:pt x="29" y="93"/>
                        </a:lnTo>
                        <a:cubicBezTo>
                          <a:pt x="86" y="93"/>
                          <a:pt x="121" y="121"/>
                          <a:pt x="121" y="177"/>
                        </a:cubicBezTo>
                        <a:lnTo>
                          <a:pt x="121" y="418"/>
                        </a:lnTo>
                        <a:cubicBezTo>
                          <a:pt x="121" y="503"/>
                          <a:pt x="149" y="503"/>
                          <a:pt x="178" y="531"/>
                        </a:cubicBezTo>
                        <a:cubicBezTo>
                          <a:pt x="149" y="531"/>
                          <a:pt x="121" y="559"/>
                          <a:pt x="121" y="623"/>
                        </a:cubicBezTo>
                        <a:lnTo>
                          <a:pt x="121" y="857"/>
                        </a:lnTo>
                        <a:cubicBezTo>
                          <a:pt x="121" y="913"/>
                          <a:pt x="86" y="949"/>
                          <a:pt x="29" y="949"/>
                        </a:cubicBezTo>
                        <a:lnTo>
                          <a:pt x="1" y="949"/>
                        </a:lnTo>
                        <a:lnTo>
                          <a:pt x="1" y="1033"/>
                        </a:lnTo>
                        <a:lnTo>
                          <a:pt x="58" y="1033"/>
                        </a:lnTo>
                        <a:cubicBezTo>
                          <a:pt x="178" y="1033"/>
                          <a:pt x="234" y="977"/>
                          <a:pt x="234" y="885"/>
                        </a:cubicBezTo>
                        <a:lnTo>
                          <a:pt x="234" y="623"/>
                        </a:lnTo>
                        <a:cubicBezTo>
                          <a:pt x="234" y="595"/>
                          <a:pt x="234" y="559"/>
                          <a:pt x="263" y="559"/>
                        </a:cubicBezTo>
                        <a:lnTo>
                          <a:pt x="298" y="559"/>
                        </a:lnTo>
                        <a:lnTo>
                          <a:pt x="298" y="475"/>
                        </a:lnTo>
                        <a:lnTo>
                          <a:pt x="263" y="475"/>
                        </a:lnTo>
                        <a:cubicBezTo>
                          <a:pt x="234" y="475"/>
                          <a:pt x="234" y="475"/>
                          <a:pt x="234" y="418"/>
                        </a:cubicBezTo>
                        <a:lnTo>
                          <a:pt x="234" y="177"/>
                        </a:lnTo>
                        <a:cubicBezTo>
                          <a:pt x="234" y="64"/>
                          <a:pt x="178" y="1"/>
                          <a:pt x="58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5" name="Google Shape;555;p37"/>
                  <p:cNvSpPr/>
                  <p:nvPr/>
                </p:nvSpPr>
                <p:spPr>
                  <a:xfrm>
                    <a:off x="3959506" y="2123052"/>
                    <a:ext cx="24936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154" extrusionOk="0">
                        <a:moveTo>
                          <a:pt x="354" y="149"/>
                        </a:moveTo>
                        <a:cubicBezTo>
                          <a:pt x="468" y="149"/>
                          <a:pt x="588" y="326"/>
                          <a:pt x="588" y="559"/>
                        </a:cubicBezTo>
                        <a:cubicBezTo>
                          <a:pt x="588" y="828"/>
                          <a:pt x="468" y="1005"/>
                          <a:pt x="354" y="1005"/>
                        </a:cubicBezTo>
                        <a:cubicBezTo>
                          <a:pt x="263" y="1005"/>
                          <a:pt x="142" y="828"/>
                          <a:pt x="142" y="559"/>
                        </a:cubicBezTo>
                        <a:cubicBezTo>
                          <a:pt x="142" y="326"/>
                          <a:pt x="263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1" y="269"/>
                          <a:pt x="1" y="559"/>
                        </a:cubicBezTo>
                        <a:cubicBezTo>
                          <a:pt x="1" y="885"/>
                          <a:pt x="142" y="1154"/>
                          <a:pt x="354" y="1154"/>
                        </a:cubicBezTo>
                        <a:cubicBezTo>
                          <a:pt x="560" y="1154"/>
                          <a:pt x="737" y="885"/>
                          <a:pt x="737" y="559"/>
                        </a:cubicBezTo>
                        <a:cubicBezTo>
                          <a:pt x="737" y="269"/>
                          <a:pt x="560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6" name="Google Shape;556;p37"/>
                  <p:cNvSpPr/>
                  <p:nvPr/>
                </p:nvSpPr>
                <p:spPr>
                  <a:xfrm>
                    <a:off x="3989451" y="2123052"/>
                    <a:ext cx="24903" cy="390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54" extrusionOk="0">
                        <a:moveTo>
                          <a:pt x="354" y="149"/>
                        </a:moveTo>
                        <a:cubicBezTo>
                          <a:pt x="467" y="149"/>
                          <a:pt x="587" y="326"/>
                          <a:pt x="587" y="559"/>
                        </a:cubicBezTo>
                        <a:cubicBezTo>
                          <a:pt x="587" y="828"/>
                          <a:pt x="467" y="1005"/>
                          <a:pt x="354" y="1005"/>
                        </a:cubicBezTo>
                        <a:cubicBezTo>
                          <a:pt x="262" y="1005"/>
                          <a:pt x="142" y="828"/>
                          <a:pt x="142" y="559"/>
                        </a:cubicBezTo>
                        <a:cubicBezTo>
                          <a:pt x="142" y="326"/>
                          <a:pt x="262" y="149"/>
                          <a:pt x="354" y="149"/>
                        </a:cubicBezTo>
                        <a:close/>
                        <a:moveTo>
                          <a:pt x="354" y="1"/>
                        </a:moveTo>
                        <a:cubicBezTo>
                          <a:pt x="142" y="1"/>
                          <a:pt x="0" y="269"/>
                          <a:pt x="0" y="559"/>
                        </a:cubicBezTo>
                        <a:cubicBezTo>
                          <a:pt x="0" y="885"/>
                          <a:pt x="142" y="1154"/>
                          <a:pt x="354" y="1154"/>
                        </a:cubicBezTo>
                        <a:cubicBezTo>
                          <a:pt x="559" y="1154"/>
                          <a:pt x="736" y="885"/>
                          <a:pt x="736" y="559"/>
                        </a:cubicBezTo>
                        <a:cubicBezTo>
                          <a:pt x="736" y="269"/>
                          <a:pt x="559" y="1"/>
                          <a:pt x="35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7" name="Google Shape;557;p37"/>
                  <p:cNvSpPr/>
                  <p:nvPr/>
                </p:nvSpPr>
                <p:spPr>
                  <a:xfrm>
                    <a:off x="3656235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5" y="1202"/>
                          <a:pt x="85" y="1202"/>
                          <a:pt x="85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6" y="735"/>
                          <a:pt x="736" y="699"/>
                        </a:cubicBezTo>
                        <a:cubicBezTo>
                          <a:pt x="736" y="699"/>
                          <a:pt x="736" y="671"/>
                          <a:pt x="708" y="671"/>
                        </a:cubicBezTo>
                        <a:lnTo>
                          <a:pt x="121" y="27"/>
                        </a:lnTo>
                        <a:cubicBezTo>
                          <a:pt x="103" y="10"/>
                          <a:pt x="87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8" name="Google Shape;558;p37"/>
                  <p:cNvSpPr/>
                  <p:nvPr/>
                </p:nvSpPr>
                <p:spPr>
                  <a:xfrm>
                    <a:off x="3673221" y="2034537"/>
                    <a:ext cx="24936" cy="4067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7" h="1202" extrusionOk="0">
                        <a:moveTo>
                          <a:pt x="72" y="1"/>
                        </a:moveTo>
                        <a:cubicBezTo>
                          <a:pt x="57" y="1"/>
                          <a:pt x="43" y="10"/>
                          <a:pt x="29" y="27"/>
                        </a:cubicBezTo>
                        <a:cubicBezTo>
                          <a:pt x="1" y="56"/>
                          <a:pt x="1" y="84"/>
                          <a:pt x="29" y="112"/>
                        </a:cubicBezTo>
                        <a:lnTo>
                          <a:pt x="588" y="699"/>
                        </a:lnTo>
                        <a:lnTo>
                          <a:pt x="29" y="1088"/>
                        </a:lnTo>
                        <a:cubicBezTo>
                          <a:pt x="1" y="1117"/>
                          <a:pt x="1" y="1145"/>
                          <a:pt x="29" y="1173"/>
                        </a:cubicBezTo>
                        <a:lnTo>
                          <a:pt x="57" y="1202"/>
                        </a:lnTo>
                        <a:cubicBezTo>
                          <a:pt x="86" y="1202"/>
                          <a:pt x="86" y="1202"/>
                          <a:pt x="86" y="1173"/>
                        </a:cubicBezTo>
                        <a:lnTo>
                          <a:pt x="708" y="763"/>
                        </a:lnTo>
                        <a:cubicBezTo>
                          <a:pt x="708" y="735"/>
                          <a:pt x="737" y="735"/>
                          <a:pt x="737" y="699"/>
                        </a:cubicBezTo>
                        <a:cubicBezTo>
                          <a:pt x="737" y="699"/>
                          <a:pt x="737" y="671"/>
                          <a:pt x="708" y="671"/>
                        </a:cubicBezTo>
                        <a:lnTo>
                          <a:pt x="114" y="27"/>
                        </a:lnTo>
                        <a:cubicBezTo>
                          <a:pt x="100" y="10"/>
                          <a:pt x="86" y="1"/>
                          <a:pt x="7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59" name="Google Shape;559;p37"/>
                  <p:cNvSpPr/>
                  <p:nvPr/>
                </p:nvSpPr>
                <p:spPr>
                  <a:xfrm>
                    <a:off x="3706989" y="2034233"/>
                    <a:ext cx="26121" cy="380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72" h="1126" extrusionOk="0">
                        <a:moveTo>
                          <a:pt x="389" y="121"/>
                        </a:moveTo>
                        <a:cubicBezTo>
                          <a:pt x="531" y="121"/>
                          <a:pt x="651" y="326"/>
                          <a:pt x="651" y="567"/>
                        </a:cubicBezTo>
                        <a:cubicBezTo>
                          <a:pt x="651" y="800"/>
                          <a:pt x="531" y="1006"/>
                          <a:pt x="389" y="1006"/>
                        </a:cubicBezTo>
                        <a:cubicBezTo>
                          <a:pt x="241" y="1006"/>
                          <a:pt x="121" y="800"/>
                          <a:pt x="121" y="567"/>
                        </a:cubicBezTo>
                        <a:cubicBezTo>
                          <a:pt x="121" y="326"/>
                          <a:pt x="241" y="121"/>
                          <a:pt x="389" y="121"/>
                        </a:cubicBezTo>
                        <a:close/>
                        <a:moveTo>
                          <a:pt x="389" y="1"/>
                        </a:moveTo>
                        <a:cubicBezTo>
                          <a:pt x="177" y="1"/>
                          <a:pt x="0" y="270"/>
                          <a:pt x="0" y="567"/>
                        </a:cubicBezTo>
                        <a:cubicBezTo>
                          <a:pt x="0" y="885"/>
                          <a:pt x="177" y="1126"/>
                          <a:pt x="389" y="1126"/>
                        </a:cubicBezTo>
                        <a:cubicBezTo>
                          <a:pt x="595" y="1126"/>
                          <a:pt x="771" y="885"/>
                          <a:pt x="771" y="567"/>
                        </a:cubicBezTo>
                        <a:cubicBezTo>
                          <a:pt x="771" y="270"/>
                          <a:pt x="595" y="1"/>
                          <a:pt x="38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0" name="Google Shape;560;p37"/>
                  <p:cNvSpPr/>
                  <p:nvPr/>
                </p:nvSpPr>
                <p:spPr>
                  <a:xfrm>
                    <a:off x="3753885" y="2037346"/>
                    <a:ext cx="4128" cy="37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2" h="1119" extrusionOk="0">
                        <a:moveTo>
                          <a:pt x="65" y="1"/>
                        </a:moveTo>
                        <a:cubicBezTo>
                          <a:pt x="29" y="1"/>
                          <a:pt x="1" y="29"/>
                          <a:pt x="1" y="58"/>
                        </a:cubicBezTo>
                        <a:lnTo>
                          <a:pt x="1" y="1062"/>
                        </a:lnTo>
                        <a:cubicBezTo>
                          <a:pt x="1" y="1090"/>
                          <a:pt x="29" y="1119"/>
                          <a:pt x="65" y="1119"/>
                        </a:cubicBezTo>
                        <a:cubicBezTo>
                          <a:pt x="93" y="1119"/>
                          <a:pt x="121" y="1090"/>
                          <a:pt x="121" y="1062"/>
                        </a:cubicBezTo>
                        <a:lnTo>
                          <a:pt x="121" y="58"/>
                        </a:lnTo>
                        <a:cubicBezTo>
                          <a:pt x="121" y="29"/>
                          <a:pt x="93" y="1"/>
                          <a:pt x="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1" name="Google Shape;561;p37"/>
                  <p:cNvSpPr/>
                  <p:nvPr/>
                </p:nvSpPr>
                <p:spPr>
                  <a:xfrm>
                    <a:off x="3771852" y="2041440"/>
                    <a:ext cx="20132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595" y="941"/>
                        </a:lnTo>
                        <a:lnTo>
                          <a:pt x="59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37"/>
                  <p:cNvSpPr/>
                  <p:nvPr/>
                </p:nvSpPr>
                <p:spPr>
                  <a:xfrm>
                    <a:off x="3803929" y="2039274"/>
                    <a:ext cx="32820" cy="3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1062" extrusionOk="0">
                        <a:moveTo>
                          <a:pt x="849" y="121"/>
                        </a:moveTo>
                        <a:lnTo>
                          <a:pt x="849" y="948"/>
                        </a:lnTo>
                        <a:lnTo>
                          <a:pt x="114" y="948"/>
                        </a:lnTo>
                        <a:lnTo>
                          <a:pt x="114" y="121"/>
                        </a:lnTo>
                        <a:close/>
                        <a:moveTo>
                          <a:pt x="57" y="1"/>
                        </a:moveTo>
                        <a:cubicBezTo>
                          <a:pt x="29" y="1"/>
                          <a:pt x="0" y="29"/>
                          <a:pt x="0" y="64"/>
                        </a:cubicBezTo>
                        <a:lnTo>
                          <a:pt x="0" y="1005"/>
                        </a:lnTo>
                        <a:cubicBezTo>
                          <a:pt x="0" y="1033"/>
                          <a:pt x="29" y="1062"/>
                          <a:pt x="57" y="1062"/>
                        </a:cubicBezTo>
                        <a:lnTo>
                          <a:pt x="913" y="1062"/>
                        </a:lnTo>
                        <a:cubicBezTo>
                          <a:pt x="941" y="1062"/>
                          <a:pt x="970" y="1033"/>
                          <a:pt x="970" y="1005"/>
                        </a:cubicBezTo>
                        <a:lnTo>
                          <a:pt x="970" y="64"/>
                        </a:lnTo>
                        <a:cubicBezTo>
                          <a:pt x="970" y="29"/>
                          <a:pt x="941" y="1"/>
                          <a:pt x="913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37"/>
                  <p:cNvSpPr/>
                  <p:nvPr/>
                </p:nvSpPr>
                <p:spPr>
                  <a:xfrm>
                    <a:off x="3847746" y="2041440"/>
                    <a:ext cx="32820" cy="318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0" h="942" extrusionOk="0">
                        <a:moveTo>
                          <a:pt x="0" y="0"/>
                        </a:moveTo>
                        <a:lnTo>
                          <a:pt x="0" y="941"/>
                        </a:lnTo>
                        <a:lnTo>
                          <a:pt x="969" y="941"/>
                        </a:lnTo>
                        <a:lnTo>
                          <a:pt x="96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4" name="Google Shape;564;p37"/>
                  <p:cNvSpPr/>
                  <p:nvPr/>
                </p:nvSpPr>
                <p:spPr>
                  <a:xfrm>
                    <a:off x="3892477" y="2026924"/>
                    <a:ext cx="2517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4" h="1901" extrusionOk="0">
                        <a:moveTo>
                          <a:pt x="349" y="0"/>
                        </a:moveTo>
                        <a:cubicBezTo>
                          <a:pt x="332" y="0"/>
                          <a:pt x="315" y="4"/>
                          <a:pt x="298" y="12"/>
                        </a:cubicBezTo>
                        <a:cubicBezTo>
                          <a:pt x="270" y="12"/>
                          <a:pt x="241" y="40"/>
                          <a:pt x="241" y="75"/>
                        </a:cubicBezTo>
                        <a:cubicBezTo>
                          <a:pt x="270" y="104"/>
                          <a:pt x="298" y="132"/>
                          <a:pt x="326" y="132"/>
                        </a:cubicBezTo>
                        <a:cubicBezTo>
                          <a:pt x="336" y="123"/>
                          <a:pt x="346" y="120"/>
                          <a:pt x="357" y="120"/>
                        </a:cubicBezTo>
                        <a:cubicBezTo>
                          <a:pt x="377" y="120"/>
                          <a:pt x="399" y="132"/>
                          <a:pt x="418" y="132"/>
                        </a:cubicBezTo>
                        <a:cubicBezTo>
                          <a:pt x="447" y="160"/>
                          <a:pt x="475" y="252"/>
                          <a:pt x="503" y="309"/>
                        </a:cubicBezTo>
                        <a:cubicBezTo>
                          <a:pt x="503" y="366"/>
                          <a:pt x="475" y="429"/>
                          <a:pt x="475" y="514"/>
                        </a:cubicBezTo>
                        <a:cubicBezTo>
                          <a:pt x="475" y="542"/>
                          <a:pt x="447" y="606"/>
                          <a:pt x="447" y="663"/>
                        </a:cubicBezTo>
                        <a:cubicBezTo>
                          <a:pt x="447" y="783"/>
                          <a:pt x="475" y="868"/>
                          <a:pt x="532" y="960"/>
                        </a:cubicBezTo>
                        <a:cubicBezTo>
                          <a:pt x="503" y="988"/>
                          <a:pt x="475" y="1016"/>
                          <a:pt x="447" y="1045"/>
                        </a:cubicBezTo>
                        <a:lnTo>
                          <a:pt x="447" y="1278"/>
                        </a:lnTo>
                        <a:lnTo>
                          <a:pt x="447" y="1313"/>
                        </a:lnTo>
                        <a:cubicBezTo>
                          <a:pt x="475" y="1455"/>
                          <a:pt x="447" y="1575"/>
                          <a:pt x="390" y="1667"/>
                        </a:cubicBezTo>
                        <a:cubicBezTo>
                          <a:pt x="344" y="1728"/>
                          <a:pt x="273" y="1775"/>
                          <a:pt x="202" y="1775"/>
                        </a:cubicBezTo>
                        <a:cubicBezTo>
                          <a:pt x="174" y="1775"/>
                          <a:pt x="147" y="1768"/>
                          <a:pt x="121" y="1752"/>
                        </a:cubicBezTo>
                        <a:cubicBezTo>
                          <a:pt x="107" y="1738"/>
                          <a:pt x="93" y="1731"/>
                          <a:pt x="79" y="1731"/>
                        </a:cubicBezTo>
                        <a:cubicBezTo>
                          <a:pt x="65" y="1731"/>
                          <a:pt x="50" y="1738"/>
                          <a:pt x="36" y="1752"/>
                        </a:cubicBezTo>
                        <a:cubicBezTo>
                          <a:pt x="1" y="1780"/>
                          <a:pt x="36" y="1809"/>
                          <a:pt x="65" y="1844"/>
                        </a:cubicBezTo>
                        <a:cubicBezTo>
                          <a:pt x="93" y="1872"/>
                          <a:pt x="150" y="1901"/>
                          <a:pt x="213" y="1901"/>
                        </a:cubicBezTo>
                        <a:cubicBezTo>
                          <a:pt x="326" y="1901"/>
                          <a:pt x="447" y="1809"/>
                          <a:pt x="503" y="1724"/>
                        </a:cubicBezTo>
                        <a:cubicBezTo>
                          <a:pt x="567" y="1604"/>
                          <a:pt x="595" y="1455"/>
                          <a:pt x="567" y="1278"/>
                        </a:cubicBezTo>
                        <a:lnTo>
                          <a:pt x="567" y="1250"/>
                        </a:lnTo>
                        <a:lnTo>
                          <a:pt x="567" y="1101"/>
                        </a:lnTo>
                        <a:cubicBezTo>
                          <a:pt x="567" y="1073"/>
                          <a:pt x="595" y="1045"/>
                          <a:pt x="623" y="1045"/>
                        </a:cubicBezTo>
                        <a:cubicBezTo>
                          <a:pt x="623" y="1016"/>
                          <a:pt x="652" y="1016"/>
                          <a:pt x="652" y="1016"/>
                        </a:cubicBezTo>
                        <a:cubicBezTo>
                          <a:pt x="660" y="1025"/>
                          <a:pt x="668" y="1028"/>
                          <a:pt x="677" y="1028"/>
                        </a:cubicBezTo>
                        <a:cubicBezTo>
                          <a:pt x="697" y="1028"/>
                          <a:pt x="719" y="1008"/>
                          <a:pt x="744" y="988"/>
                        </a:cubicBezTo>
                        <a:cubicBezTo>
                          <a:pt x="744" y="960"/>
                          <a:pt x="744" y="924"/>
                          <a:pt x="708" y="924"/>
                        </a:cubicBezTo>
                        <a:cubicBezTo>
                          <a:pt x="680" y="924"/>
                          <a:pt x="680" y="896"/>
                          <a:pt x="680" y="896"/>
                        </a:cubicBezTo>
                        <a:cubicBezTo>
                          <a:pt x="595" y="896"/>
                          <a:pt x="567" y="783"/>
                          <a:pt x="567" y="663"/>
                        </a:cubicBezTo>
                        <a:cubicBezTo>
                          <a:pt x="567" y="634"/>
                          <a:pt x="567" y="571"/>
                          <a:pt x="595" y="514"/>
                        </a:cubicBezTo>
                        <a:cubicBezTo>
                          <a:pt x="595" y="458"/>
                          <a:pt x="623" y="366"/>
                          <a:pt x="623" y="281"/>
                        </a:cubicBezTo>
                        <a:cubicBezTo>
                          <a:pt x="595" y="189"/>
                          <a:pt x="532" y="104"/>
                          <a:pt x="475" y="40"/>
                        </a:cubicBezTo>
                        <a:cubicBezTo>
                          <a:pt x="435" y="20"/>
                          <a:pt x="391" y="0"/>
                          <a:pt x="349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5" name="Google Shape;565;p37"/>
                  <p:cNvSpPr/>
                  <p:nvPr/>
                </p:nvSpPr>
                <p:spPr>
                  <a:xfrm>
                    <a:off x="3928411" y="2028278"/>
                    <a:ext cx="11030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6" h="1769" extrusionOk="0">
                        <a:moveTo>
                          <a:pt x="35" y="0"/>
                        </a:moveTo>
                        <a:cubicBezTo>
                          <a:pt x="0" y="35"/>
                          <a:pt x="0" y="64"/>
                          <a:pt x="0" y="92"/>
                        </a:cubicBezTo>
                        <a:cubicBezTo>
                          <a:pt x="212" y="594"/>
                          <a:pt x="212" y="1182"/>
                          <a:pt x="0" y="1684"/>
                        </a:cubicBezTo>
                        <a:cubicBezTo>
                          <a:pt x="0" y="1712"/>
                          <a:pt x="0" y="1769"/>
                          <a:pt x="35" y="1769"/>
                        </a:cubicBezTo>
                        <a:lnTo>
                          <a:pt x="64" y="1769"/>
                        </a:lnTo>
                        <a:cubicBezTo>
                          <a:pt x="92" y="1769"/>
                          <a:pt x="120" y="1769"/>
                          <a:pt x="120" y="1740"/>
                        </a:cubicBezTo>
                        <a:cubicBezTo>
                          <a:pt x="326" y="1210"/>
                          <a:pt x="326" y="594"/>
                          <a:pt x="120" y="64"/>
                        </a:cubicBezTo>
                        <a:cubicBezTo>
                          <a:pt x="92" y="35"/>
                          <a:pt x="64" y="0"/>
                          <a:pt x="35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37"/>
                  <p:cNvSpPr/>
                  <p:nvPr/>
                </p:nvSpPr>
                <p:spPr>
                  <a:xfrm>
                    <a:off x="3941573" y="2027296"/>
                    <a:ext cx="14854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9" h="2039" extrusionOk="0">
                        <a:moveTo>
                          <a:pt x="85" y="1"/>
                        </a:moveTo>
                        <a:cubicBezTo>
                          <a:pt x="57" y="29"/>
                          <a:pt x="28" y="64"/>
                          <a:pt x="57" y="93"/>
                        </a:cubicBezTo>
                        <a:cubicBezTo>
                          <a:pt x="319" y="680"/>
                          <a:pt x="290" y="1387"/>
                          <a:pt x="0" y="1946"/>
                        </a:cubicBezTo>
                        <a:cubicBezTo>
                          <a:pt x="0" y="1975"/>
                          <a:pt x="0" y="2038"/>
                          <a:pt x="28" y="2038"/>
                        </a:cubicBezTo>
                        <a:lnTo>
                          <a:pt x="57" y="2038"/>
                        </a:lnTo>
                        <a:cubicBezTo>
                          <a:pt x="85" y="2038"/>
                          <a:pt x="85" y="2038"/>
                          <a:pt x="113" y="2010"/>
                        </a:cubicBezTo>
                        <a:cubicBezTo>
                          <a:pt x="439" y="1416"/>
                          <a:pt x="439" y="652"/>
                          <a:pt x="142" y="29"/>
                        </a:cubicBezTo>
                        <a:cubicBezTo>
                          <a:pt x="142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7" name="Google Shape;567;p37"/>
                  <p:cNvSpPr/>
                  <p:nvPr/>
                </p:nvSpPr>
                <p:spPr>
                  <a:xfrm>
                    <a:off x="3622264" y="2026924"/>
                    <a:ext cx="24903" cy="643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901" extrusionOk="0">
                        <a:moveTo>
                          <a:pt x="417" y="0"/>
                        </a:moveTo>
                        <a:cubicBezTo>
                          <a:pt x="367" y="0"/>
                          <a:pt x="309" y="20"/>
                          <a:pt x="269" y="40"/>
                        </a:cubicBezTo>
                        <a:cubicBezTo>
                          <a:pt x="205" y="104"/>
                          <a:pt x="149" y="189"/>
                          <a:pt x="149" y="281"/>
                        </a:cubicBezTo>
                        <a:cubicBezTo>
                          <a:pt x="120" y="366"/>
                          <a:pt x="149" y="458"/>
                          <a:pt x="149" y="514"/>
                        </a:cubicBezTo>
                        <a:cubicBezTo>
                          <a:pt x="177" y="571"/>
                          <a:pt x="177" y="634"/>
                          <a:pt x="177" y="663"/>
                        </a:cubicBezTo>
                        <a:cubicBezTo>
                          <a:pt x="177" y="783"/>
                          <a:pt x="149" y="896"/>
                          <a:pt x="64" y="896"/>
                        </a:cubicBezTo>
                        <a:lnTo>
                          <a:pt x="64" y="924"/>
                        </a:lnTo>
                        <a:cubicBezTo>
                          <a:pt x="28" y="924"/>
                          <a:pt x="0" y="960"/>
                          <a:pt x="0" y="988"/>
                        </a:cubicBezTo>
                        <a:cubicBezTo>
                          <a:pt x="20" y="1008"/>
                          <a:pt x="44" y="1028"/>
                          <a:pt x="66" y="1028"/>
                        </a:cubicBezTo>
                        <a:cubicBezTo>
                          <a:pt x="75" y="1028"/>
                          <a:pt x="84" y="1025"/>
                          <a:pt x="92" y="1016"/>
                        </a:cubicBezTo>
                        <a:cubicBezTo>
                          <a:pt x="120" y="1016"/>
                          <a:pt x="120" y="1016"/>
                          <a:pt x="120" y="1045"/>
                        </a:cubicBezTo>
                        <a:cubicBezTo>
                          <a:pt x="149" y="1045"/>
                          <a:pt x="177" y="1073"/>
                          <a:pt x="177" y="1101"/>
                        </a:cubicBezTo>
                        <a:cubicBezTo>
                          <a:pt x="205" y="1137"/>
                          <a:pt x="177" y="1193"/>
                          <a:pt x="177" y="1250"/>
                        </a:cubicBezTo>
                        <a:lnTo>
                          <a:pt x="177" y="1278"/>
                        </a:lnTo>
                        <a:cubicBezTo>
                          <a:pt x="149" y="1455"/>
                          <a:pt x="177" y="1604"/>
                          <a:pt x="269" y="1724"/>
                        </a:cubicBezTo>
                        <a:cubicBezTo>
                          <a:pt x="325" y="1809"/>
                          <a:pt x="446" y="1901"/>
                          <a:pt x="559" y="1901"/>
                        </a:cubicBezTo>
                        <a:cubicBezTo>
                          <a:pt x="594" y="1901"/>
                          <a:pt x="651" y="1872"/>
                          <a:pt x="707" y="1844"/>
                        </a:cubicBezTo>
                        <a:cubicBezTo>
                          <a:pt x="736" y="1809"/>
                          <a:pt x="736" y="1780"/>
                          <a:pt x="707" y="1752"/>
                        </a:cubicBezTo>
                        <a:cubicBezTo>
                          <a:pt x="707" y="1738"/>
                          <a:pt x="693" y="1731"/>
                          <a:pt x="676" y="1731"/>
                        </a:cubicBezTo>
                        <a:cubicBezTo>
                          <a:pt x="658" y="1731"/>
                          <a:pt x="637" y="1738"/>
                          <a:pt x="623" y="1752"/>
                        </a:cubicBezTo>
                        <a:cubicBezTo>
                          <a:pt x="597" y="1768"/>
                          <a:pt x="570" y="1775"/>
                          <a:pt x="542" y="1775"/>
                        </a:cubicBezTo>
                        <a:cubicBezTo>
                          <a:pt x="471" y="1775"/>
                          <a:pt x="400" y="1728"/>
                          <a:pt x="354" y="1667"/>
                        </a:cubicBezTo>
                        <a:cubicBezTo>
                          <a:pt x="297" y="1575"/>
                          <a:pt x="269" y="1455"/>
                          <a:pt x="297" y="1313"/>
                        </a:cubicBezTo>
                        <a:lnTo>
                          <a:pt x="297" y="1278"/>
                        </a:lnTo>
                        <a:cubicBezTo>
                          <a:pt x="297" y="1193"/>
                          <a:pt x="325" y="1137"/>
                          <a:pt x="297" y="1045"/>
                        </a:cubicBezTo>
                        <a:cubicBezTo>
                          <a:pt x="269" y="1016"/>
                          <a:pt x="241" y="988"/>
                          <a:pt x="205" y="960"/>
                        </a:cubicBezTo>
                        <a:cubicBezTo>
                          <a:pt x="269" y="868"/>
                          <a:pt x="297" y="783"/>
                          <a:pt x="297" y="663"/>
                        </a:cubicBezTo>
                        <a:cubicBezTo>
                          <a:pt x="297" y="606"/>
                          <a:pt x="297" y="542"/>
                          <a:pt x="269" y="514"/>
                        </a:cubicBezTo>
                        <a:cubicBezTo>
                          <a:pt x="269" y="429"/>
                          <a:pt x="241" y="366"/>
                          <a:pt x="269" y="309"/>
                        </a:cubicBezTo>
                        <a:cubicBezTo>
                          <a:pt x="269" y="252"/>
                          <a:pt x="297" y="160"/>
                          <a:pt x="354" y="132"/>
                        </a:cubicBezTo>
                        <a:cubicBezTo>
                          <a:pt x="373" y="132"/>
                          <a:pt x="395" y="120"/>
                          <a:pt x="416" y="120"/>
                        </a:cubicBezTo>
                        <a:cubicBezTo>
                          <a:pt x="426" y="120"/>
                          <a:pt x="436" y="123"/>
                          <a:pt x="446" y="132"/>
                        </a:cubicBezTo>
                        <a:cubicBezTo>
                          <a:pt x="474" y="132"/>
                          <a:pt x="502" y="104"/>
                          <a:pt x="502" y="75"/>
                        </a:cubicBezTo>
                        <a:cubicBezTo>
                          <a:pt x="502" y="40"/>
                          <a:pt x="502" y="12"/>
                          <a:pt x="474" y="12"/>
                        </a:cubicBezTo>
                        <a:cubicBezTo>
                          <a:pt x="457" y="4"/>
                          <a:pt x="438" y="0"/>
                          <a:pt x="417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8" name="Google Shape;568;p37"/>
                  <p:cNvSpPr/>
                  <p:nvPr/>
                </p:nvSpPr>
                <p:spPr>
                  <a:xfrm>
                    <a:off x="3600474" y="2028278"/>
                    <a:ext cx="11978" cy="598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" h="1769" extrusionOk="0">
                        <a:moveTo>
                          <a:pt x="290" y="0"/>
                        </a:moveTo>
                        <a:cubicBezTo>
                          <a:pt x="262" y="0"/>
                          <a:pt x="234" y="35"/>
                          <a:pt x="234" y="64"/>
                        </a:cubicBezTo>
                        <a:cubicBezTo>
                          <a:pt x="0" y="594"/>
                          <a:pt x="0" y="1210"/>
                          <a:pt x="205" y="1740"/>
                        </a:cubicBezTo>
                        <a:cubicBezTo>
                          <a:pt x="234" y="1769"/>
                          <a:pt x="234" y="1769"/>
                          <a:pt x="262" y="1769"/>
                        </a:cubicBezTo>
                        <a:lnTo>
                          <a:pt x="290" y="1769"/>
                        </a:lnTo>
                        <a:cubicBezTo>
                          <a:pt x="319" y="1769"/>
                          <a:pt x="319" y="1712"/>
                          <a:pt x="319" y="1684"/>
                        </a:cubicBezTo>
                        <a:cubicBezTo>
                          <a:pt x="113" y="1182"/>
                          <a:pt x="113" y="594"/>
                          <a:pt x="319" y="92"/>
                        </a:cubicBezTo>
                        <a:cubicBezTo>
                          <a:pt x="354" y="64"/>
                          <a:pt x="319" y="35"/>
                          <a:pt x="29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9" name="Google Shape;569;p37"/>
                  <p:cNvSpPr/>
                  <p:nvPr/>
                </p:nvSpPr>
                <p:spPr>
                  <a:xfrm>
                    <a:off x="3583454" y="2027296"/>
                    <a:ext cx="14887" cy="689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2039" extrusionOk="0">
                        <a:moveTo>
                          <a:pt x="355" y="1"/>
                        </a:moveTo>
                        <a:cubicBezTo>
                          <a:pt x="326" y="1"/>
                          <a:pt x="291" y="1"/>
                          <a:pt x="291" y="29"/>
                        </a:cubicBezTo>
                        <a:cubicBezTo>
                          <a:pt x="1" y="652"/>
                          <a:pt x="29" y="1416"/>
                          <a:pt x="326" y="2010"/>
                        </a:cubicBezTo>
                        <a:cubicBezTo>
                          <a:pt x="355" y="2038"/>
                          <a:pt x="355" y="2038"/>
                          <a:pt x="383" y="2038"/>
                        </a:cubicBezTo>
                        <a:lnTo>
                          <a:pt x="411" y="2038"/>
                        </a:lnTo>
                        <a:cubicBezTo>
                          <a:pt x="440" y="2038"/>
                          <a:pt x="440" y="1975"/>
                          <a:pt x="440" y="1946"/>
                        </a:cubicBezTo>
                        <a:cubicBezTo>
                          <a:pt x="150" y="1387"/>
                          <a:pt x="114" y="680"/>
                          <a:pt x="383" y="93"/>
                        </a:cubicBezTo>
                        <a:cubicBezTo>
                          <a:pt x="411" y="64"/>
                          <a:pt x="383" y="29"/>
                          <a:pt x="355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70" name="Google Shape;570;p37"/>
                <p:cNvGrpSpPr/>
                <p:nvPr/>
              </p:nvGrpSpPr>
              <p:grpSpPr>
                <a:xfrm>
                  <a:off x="4013356" y="2847427"/>
                  <a:ext cx="312169" cy="63373"/>
                  <a:chOff x="4157006" y="2607377"/>
                  <a:chExt cx="312169" cy="63373"/>
                </a:xfrm>
              </p:grpSpPr>
              <p:sp>
                <p:nvSpPr>
                  <p:cNvPr id="571" name="Google Shape;571;p37"/>
                  <p:cNvSpPr/>
                  <p:nvPr/>
                </p:nvSpPr>
                <p:spPr>
                  <a:xfrm>
                    <a:off x="4411214" y="2619017"/>
                    <a:ext cx="24903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6" h="1176" extrusionOk="0">
                        <a:moveTo>
                          <a:pt x="665" y="1"/>
                        </a:moveTo>
                        <a:cubicBezTo>
                          <a:pt x="651" y="1"/>
                          <a:pt x="637" y="8"/>
                          <a:pt x="623" y="22"/>
                        </a:cubicBezTo>
                        <a:lnTo>
                          <a:pt x="28" y="673"/>
                        </a:lnTo>
                        <a:cubicBezTo>
                          <a:pt x="28" y="673"/>
                          <a:pt x="0" y="673"/>
                          <a:pt x="28" y="701"/>
                        </a:cubicBezTo>
                        <a:lnTo>
                          <a:pt x="28" y="758"/>
                        </a:lnTo>
                        <a:lnTo>
                          <a:pt x="651" y="1175"/>
                        </a:lnTo>
                        <a:lnTo>
                          <a:pt x="679" y="1175"/>
                        </a:lnTo>
                        <a:cubicBezTo>
                          <a:pt x="679" y="1175"/>
                          <a:pt x="708" y="1175"/>
                          <a:pt x="708" y="1147"/>
                        </a:cubicBezTo>
                        <a:cubicBezTo>
                          <a:pt x="736" y="1111"/>
                          <a:pt x="736" y="1083"/>
                          <a:pt x="708" y="1083"/>
                        </a:cubicBezTo>
                        <a:lnTo>
                          <a:pt x="177" y="701"/>
                        </a:lnTo>
                        <a:lnTo>
                          <a:pt x="708" y="114"/>
                        </a:lnTo>
                        <a:cubicBezTo>
                          <a:pt x="736" y="86"/>
                          <a:pt x="736" y="50"/>
                          <a:pt x="708" y="22"/>
                        </a:cubicBezTo>
                        <a:cubicBezTo>
                          <a:pt x="693" y="8"/>
                          <a:pt x="679" y="1"/>
                          <a:pt x="665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2" name="Google Shape;572;p37"/>
                  <p:cNvSpPr/>
                  <p:nvPr/>
                </p:nvSpPr>
                <p:spPr>
                  <a:xfrm>
                    <a:off x="4395176" y="2619017"/>
                    <a:ext cx="23955" cy="397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8" h="1176" extrusionOk="0">
                        <a:moveTo>
                          <a:pt x="651" y="1"/>
                        </a:moveTo>
                        <a:cubicBezTo>
                          <a:pt x="637" y="1"/>
                          <a:pt x="623" y="8"/>
                          <a:pt x="623" y="22"/>
                        </a:cubicBezTo>
                        <a:lnTo>
                          <a:pt x="0" y="673"/>
                        </a:lnTo>
                        <a:lnTo>
                          <a:pt x="0" y="701"/>
                        </a:lnTo>
                        <a:cubicBezTo>
                          <a:pt x="0" y="729"/>
                          <a:pt x="0" y="729"/>
                          <a:pt x="35" y="758"/>
                        </a:cubicBezTo>
                        <a:lnTo>
                          <a:pt x="623" y="1175"/>
                        </a:lnTo>
                        <a:lnTo>
                          <a:pt x="651" y="1175"/>
                        </a:lnTo>
                        <a:cubicBezTo>
                          <a:pt x="679" y="1175"/>
                          <a:pt x="679" y="1175"/>
                          <a:pt x="708" y="1147"/>
                        </a:cubicBezTo>
                        <a:cubicBezTo>
                          <a:pt x="708" y="1111"/>
                          <a:pt x="708" y="1083"/>
                          <a:pt x="679" y="1083"/>
                        </a:cubicBezTo>
                        <a:lnTo>
                          <a:pt x="149" y="701"/>
                        </a:lnTo>
                        <a:lnTo>
                          <a:pt x="708" y="114"/>
                        </a:lnTo>
                        <a:cubicBezTo>
                          <a:pt x="708" y="86"/>
                          <a:pt x="708" y="50"/>
                          <a:pt x="679" y="22"/>
                        </a:cubicBezTo>
                        <a:cubicBezTo>
                          <a:pt x="679" y="8"/>
                          <a:pt x="665" y="1"/>
                          <a:pt x="651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3" name="Google Shape;573;p37"/>
                  <p:cNvSpPr/>
                  <p:nvPr/>
                </p:nvSpPr>
                <p:spPr>
                  <a:xfrm>
                    <a:off x="4360460" y="2620708"/>
                    <a:ext cx="2588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5" h="1097" extrusionOk="0">
                        <a:moveTo>
                          <a:pt x="382" y="120"/>
                        </a:moveTo>
                        <a:cubicBezTo>
                          <a:pt x="531" y="120"/>
                          <a:pt x="644" y="297"/>
                          <a:pt x="644" y="531"/>
                        </a:cubicBezTo>
                        <a:cubicBezTo>
                          <a:pt x="644" y="771"/>
                          <a:pt x="531" y="976"/>
                          <a:pt x="382" y="976"/>
                        </a:cubicBezTo>
                        <a:cubicBezTo>
                          <a:pt x="234" y="976"/>
                          <a:pt x="114" y="771"/>
                          <a:pt x="114" y="531"/>
                        </a:cubicBezTo>
                        <a:cubicBezTo>
                          <a:pt x="114" y="297"/>
                          <a:pt x="234" y="120"/>
                          <a:pt x="382" y="120"/>
                        </a:cubicBezTo>
                        <a:close/>
                        <a:moveTo>
                          <a:pt x="382" y="0"/>
                        </a:moveTo>
                        <a:cubicBezTo>
                          <a:pt x="177" y="0"/>
                          <a:pt x="0" y="241"/>
                          <a:pt x="0" y="531"/>
                        </a:cubicBezTo>
                        <a:cubicBezTo>
                          <a:pt x="0" y="856"/>
                          <a:pt x="177" y="1097"/>
                          <a:pt x="382" y="1097"/>
                        </a:cubicBezTo>
                        <a:cubicBezTo>
                          <a:pt x="587" y="1097"/>
                          <a:pt x="764" y="856"/>
                          <a:pt x="764" y="531"/>
                        </a:cubicBezTo>
                        <a:cubicBezTo>
                          <a:pt x="764" y="241"/>
                          <a:pt x="587" y="0"/>
                          <a:pt x="382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4" name="Google Shape;574;p37"/>
                  <p:cNvSpPr/>
                  <p:nvPr/>
                </p:nvSpPr>
                <p:spPr>
                  <a:xfrm>
                    <a:off x="4335320" y="2620708"/>
                    <a:ext cx="4094" cy="371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1" h="1097" extrusionOk="0">
                        <a:moveTo>
                          <a:pt x="64" y="0"/>
                        </a:moveTo>
                        <a:cubicBezTo>
                          <a:pt x="36" y="0"/>
                          <a:pt x="1" y="0"/>
                          <a:pt x="1" y="64"/>
                        </a:cubicBezTo>
                        <a:lnTo>
                          <a:pt x="1" y="1033"/>
                        </a:lnTo>
                        <a:cubicBezTo>
                          <a:pt x="1" y="1061"/>
                          <a:pt x="36" y="1097"/>
                          <a:pt x="64" y="1097"/>
                        </a:cubicBezTo>
                        <a:cubicBezTo>
                          <a:pt x="92" y="1097"/>
                          <a:pt x="121" y="1061"/>
                          <a:pt x="121" y="1033"/>
                        </a:cubicBezTo>
                        <a:lnTo>
                          <a:pt x="121" y="64"/>
                        </a:lnTo>
                        <a:cubicBezTo>
                          <a:pt x="121" y="0"/>
                          <a:pt x="92" y="0"/>
                          <a:pt x="64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5" name="Google Shape;575;p37"/>
                  <p:cNvSpPr/>
                  <p:nvPr/>
                </p:nvSpPr>
                <p:spPr>
                  <a:xfrm>
                    <a:off x="4302534" y="2623821"/>
                    <a:ext cx="19895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587" y="913"/>
                        </a:lnTo>
                        <a:lnTo>
                          <a:pt x="58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6" name="Google Shape;576;p37"/>
                  <p:cNvSpPr/>
                  <p:nvPr/>
                </p:nvSpPr>
                <p:spPr>
                  <a:xfrm>
                    <a:off x="4257532" y="2621893"/>
                    <a:ext cx="33057" cy="347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7" h="1027" extrusionOk="0">
                        <a:moveTo>
                          <a:pt x="856" y="114"/>
                        </a:moveTo>
                        <a:lnTo>
                          <a:pt x="856" y="913"/>
                        </a:lnTo>
                        <a:lnTo>
                          <a:pt x="121" y="913"/>
                        </a:lnTo>
                        <a:lnTo>
                          <a:pt x="121" y="114"/>
                        </a:lnTo>
                        <a:close/>
                        <a:moveTo>
                          <a:pt x="64" y="1"/>
                        </a:moveTo>
                        <a:cubicBezTo>
                          <a:pt x="36" y="1"/>
                          <a:pt x="0" y="29"/>
                          <a:pt x="0" y="57"/>
                        </a:cubicBezTo>
                        <a:lnTo>
                          <a:pt x="0" y="970"/>
                        </a:lnTo>
                        <a:cubicBezTo>
                          <a:pt x="0" y="998"/>
                          <a:pt x="36" y="1026"/>
                          <a:pt x="64" y="1026"/>
                        </a:cubicBezTo>
                        <a:lnTo>
                          <a:pt x="920" y="1026"/>
                        </a:lnTo>
                        <a:cubicBezTo>
                          <a:pt x="948" y="1026"/>
                          <a:pt x="977" y="998"/>
                          <a:pt x="977" y="970"/>
                        </a:cubicBezTo>
                        <a:lnTo>
                          <a:pt x="977" y="57"/>
                        </a:lnTo>
                        <a:cubicBezTo>
                          <a:pt x="977" y="29"/>
                          <a:pt x="948" y="1"/>
                          <a:pt x="920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7" name="Google Shape;577;p37"/>
                  <p:cNvSpPr/>
                  <p:nvPr/>
                </p:nvSpPr>
                <p:spPr>
                  <a:xfrm>
                    <a:off x="4214696" y="2623821"/>
                    <a:ext cx="32076" cy="3089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48" h="913" extrusionOk="0">
                        <a:moveTo>
                          <a:pt x="0" y="0"/>
                        </a:moveTo>
                        <a:lnTo>
                          <a:pt x="0" y="913"/>
                        </a:lnTo>
                        <a:lnTo>
                          <a:pt x="948" y="913"/>
                        </a:lnTo>
                        <a:lnTo>
                          <a:pt x="94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8" name="Google Shape;578;p37"/>
                  <p:cNvSpPr/>
                  <p:nvPr/>
                </p:nvSpPr>
                <p:spPr>
                  <a:xfrm>
                    <a:off x="4178762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92" y="0"/>
                        </a:moveTo>
                        <a:cubicBezTo>
                          <a:pt x="350" y="0"/>
                          <a:pt x="310" y="20"/>
                          <a:pt x="270" y="40"/>
                        </a:cubicBezTo>
                        <a:cubicBezTo>
                          <a:pt x="178" y="104"/>
                          <a:pt x="149" y="189"/>
                          <a:pt x="121" y="281"/>
                        </a:cubicBezTo>
                        <a:cubicBezTo>
                          <a:pt x="121" y="366"/>
                          <a:pt x="121" y="458"/>
                          <a:pt x="149" y="514"/>
                        </a:cubicBezTo>
                        <a:cubicBezTo>
                          <a:pt x="149" y="571"/>
                          <a:pt x="178" y="635"/>
                          <a:pt x="178" y="663"/>
                        </a:cubicBezTo>
                        <a:cubicBezTo>
                          <a:pt x="178" y="748"/>
                          <a:pt x="149" y="868"/>
                          <a:pt x="65" y="896"/>
                        </a:cubicBezTo>
                        <a:lnTo>
                          <a:pt x="29" y="896"/>
                        </a:lnTo>
                        <a:cubicBezTo>
                          <a:pt x="1" y="925"/>
                          <a:pt x="1" y="960"/>
                          <a:pt x="1" y="988"/>
                        </a:cubicBezTo>
                        <a:cubicBezTo>
                          <a:pt x="1" y="1017"/>
                          <a:pt x="29" y="1017"/>
                          <a:pt x="65" y="1017"/>
                        </a:cubicBezTo>
                        <a:lnTo>
                          <a:pt x="121" y="1017"/>
                        </a:lnTo>
                        <a:lnTo>
                          <a:pt x="178" y="1073"/>
                        </a:lnTo>
                        <a:lnTo>
                          <a:pt x="178" y="1250"/>
                        </a:lnTo>
                        <a:lnTo>
                          <a:pt x="149" y="1278"/>
                        </a:lnTo>
                        <a:cubicBezTo>
                          <a:pt x="149" y="1455"/>
                          <a:pt x="178" y="1604"/>
                          <a:pt x="241" y="1696"/>
                        </a:cubicBezTo>
                        <a:cubicBezTo>
                          <a:pt x="298" y="1809"/>
                          <a:pt x="418" y="1873"/>
                          <a:pt x="531" y="1873"/>
                        </a:cubicBezTo>
                        <a:cubicBezTo>
                          <a:pt x="595" y="1873"/>
                          <a:pt x="623" y="1844"/>
                          <a:pt x="680" y="1809"/>
                        </a:cubicBezTo>
                        <a:cubicBezTo>
                          <a:pt x="708" y="1809"/>
                          <a:pt x="708" y="1752"/>
                          <a:pt x="708" y="1752"/>
                        </a:cubicBezTo>
                        <a:cubicBezTo>
                          <a:pt x="688" y="1732"/>
                          <a:pt x="668" y="1712"/>
                          <a:pt x="648" y="1712"/>
                        </a:cubicBezTo>
                        <a:cubicBezTo>
                          <a:pt x="640" y="1712"/>
                          <a:pt x="632" y="1716"/>
                          <a:pt x="623" y="1724"/>
                        </a:cubicBezTo>
                        <a:cubicBezTo>
                          <a:pt x="598" y="1740"/>
                          <a:pt x="568" y="1747"/>
                          <a:pt x="537" y="1747"/>
                        </a:cubicBezTo>
                        <a:cubicBezTo>
                          <a:pt x="456" y="1747"/>
                          <a:pt x="367" y="1699"/>
                          <a:pt x="326" y="1632"/>
                        </a:cubicBezTo>
                        <a:cubicBezTo>
                          <a:pt x="270" y="1547"/>
                          <a:pt x="270" y="1427"/>
                          <a:pt x="270" y="1278"/>
                        </a:cubicBezTo>
                        <a:lnTo>
                          <a:pt x="298" y="1250"/>
                        </a:lnTo>
                        <a:cubicBezTo>
                          <a:pt x="298" y="1194"/>
                          <a:pt x="298" y="1102"/>
                          <a:pt x="270" y="1045"/>
                        </a:cubicBezTo>
                        <a:cubicBezTo>
                          <a:pt x="270" y="1017"/>
                          <a:pt x="241" y="960"/>
                          <a:pt x="206" y="925"/>
                        </a:cubicBezTo>
                        <a:cubicBezTo>
                          <a:pt x="270" y="868"/>
                          <a:pt x="298" y="748"/>
                          <a:pt x="298" y="663"/>
                        </a:cubicBezTo>
                        <a:cubicBezTo>
                          <a:pt x="298" y="606"/>
                          <a:pt x="270" y="543"/>
                          <a:pt x="270" y="514"/>
                        </a:cubicBezTo>
                        <a:cubicBezTo>
                          <a:pt x="241" y="430"/>
                          <a:pt x="241" y="366"/>
                          <a:pt x="241" y="309"/>
                        </a:cubicBezTo>
                        <a:cubicBezTo>
                          <a:pt x="241" y="253"/>
                          <a:pt x="298" y="161"/>
                          <a:pt x="326" y="132"/>
                        </a:cubicBezTo>
                        <a:lnTo>
                          <a:pt x="418" y="132"/>
                        </a:lnTo>
                        <a:cubicBezTo>
                          <a:pt x="447" y="132"/>
                          <a:pt x="475" y="132"/>
                          <a:pt x="475" y="104"/>
                        </a:cubicBezTo>
                        <a:cubicBezTo>
                          <a:pt x="503" y="40"/>
                          <a:pt x="475" y="12"/>
                          <a:pt x="447" y="12"/>
                        </a:cubicBezTo>
                        <a:cubicBezTo>
                          <a:pt x="428" y="4"/>
                          <a:pt x="410" y="0"/>
                          <a:pt x="392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79" name="Google Shape;579;p37"/>
                  <p:cNvSpPr/>
                  <p:nvPr/>
                </p:nvSpPr>
                <p:spPr>
                  <a:xfrm>
                    <a:off x="4157006" y="2609915"/>
                    <a:ext cx="10793" cy="587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9" h="1735" extrusionOk="0">
                        <a:moveTo>
                          <a:pt x="290" y="1"/>
                        </a:moveTo>
                        <a:cubicBezTo>
                          <a:pt x="262" y="1"/>
                          <a:pt x="234" y="1"/>
                          <a:pt x="205" y="29"/>
                        </a:cubicBezTo>
                        <a:cubicBezTo>
                          <a:pt x="0" y="560"/>
                          <a:pt x="0" y="1175"/>
                          <a:pt x="205" y="1706"/>
                        </a:cubicBezTo>
                        <a:cubicBezTo>
                          <a:pt x="205" y="1706"/>
                          <a:pt x="234" y="1734"/>
                          <a:pt x="262" y="1734"/>
                        </a:cubicBezTo>
                        <a:lnTo>
                          <a:pt x="290" y="1734"/>
                        </a:lnTo>
                        <a:cubicBezTo>
                          <a:pt x="318" y="1706"/>
                          <a:pt x="318" y="1677"/>
                          <a:pt x="318" y="1649"/>
                        </a:cubicBezTo>
                        <a:cubicBezTo>
                          <a:pt x="113" y="1147"/>
                          <a:pt x="113" y="588"/>
                          <a:pt x="318" y="86"/>
                        </a:cubicBezTo>
                        <a:cubicBezTo>
                          <a:pt x="318" y="57"/>
                          <a:pt x="318" y="1"/>
                          <a:pt x="2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0" name="Google Shape;580;p37"/>
                  <p:cNvSpPr/>
                  <p:nvPr/>
                </p:nvSpPr>
                <p:spPr>
                  <a:xfrm>
                    <a:off x="4445185" y="2607377"/>
                    <a:ext cx="23989" cy="633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09" h="1873" extrusionOk="0">
                        <a:moveTo>
                          <a:pt x="317" y="0"/>
                        </a:moveTo>
                        <a:cubicBezTo>
                          <a:pt x="299" y="0"/>
                          <a:pt x="281" y="4"/>
                          <a:pt x="262" y="12"/>
                        </a:cubicBezTo>
                        <a:cubicBezTo>
                          <a:pt x="234" y="12"/>
                          <a:pt x="206" y="40"/>
                          <a:pt x="234" y="104"/>
                        </a:cubicBezTo>
                        <a:cubicBezTo>
                          <a:pt x="234" y="132"/>
                          <a:pt x="262" y="132"/>
                          <a:pt x="291" y="132"/>
                        </a:cubicBezTo>
                        <a:lnTo>
                          <a:pt x="383" y="132"/>
                        </a:lnTo>
                        <a:cubicBezTo>
                          <a:pt x="411" y="161"/>
                          <a:pt x="468" y="253"/>
                          <a:pt x="468" y="309"/>
                        </a:cubicBezTo>
                        <a:cubicBezTo>
                          <a:pt x="468" y="366"/>
                          <a:pt x="468" y="430"/>
                          <a:pt x="439" y="514"/>
                        </a:cubicBezTo>
                        <a:cubicBezTo>
                          <a:pt x="439" y="543"/>
                          <a:pt x="439" y="606"/>
                          <a:pt x="411" y="663"/>
                        </a:cubicBezTo>
                        <a:cubicBezTo>
                          <a:pt x="411" y="748"/>
                          <a:pt x="439" y="868"/>
                          <a:pt x="503" y="925"/>
                        </a:cubicBezTo>
                        <a:cubicBezTo>
                          <a:pt x="468" y="960"/>
                          <a:pt x="439" y="1017"/>
                          <a:pt x="439" y="1045"/>
                        </a:cubicBezTo>
                        <a:cubicBezTo>
                          <a:pt x="411" y="1102"/>
                          <a:pt x="411" y="1194"/>
                          <a:pt x="439" y="1250"/>
                        </a:cubicBezTo>
                        <a:lnTo>
                          <a:pt x="439" y="1278"/>
                        </a:lnTo>
                        <a:cubicBezTo>
                          <a:pt x="439" y="1427"/>
                          <a:pt x="439" y="1547"/>
                          <a:pt x="383" y="1632"/>
                        </a:cubicBezTo>
                        <a:cubicBezTo>
                          <a:pt x="342" y="1699"/>
                          <a:pt x="253" y="1747"/>
                          <a:pt x="172" y="1747"/>
                        </a:cubicBezTo>
                        <a:cubicBezTo>
                          <a:pt x="141" y="1747"/>
                          <a:pt x="111" y="1740"/>
                          <a:pt x="86" y="1724"/>
                        </a:cubicBezTo>
                        <a:cubicBezTo>
                          <a:pt x="77" y="1716"/>
                          <a:pt x="69" y="1712"/>
                          <a:pt x="61" y="1712"/>
                        </a:cubicBezTo>
                        <a:cubicBezTo>
                          <a:pt x="43" y="1712"/>
                          <a:pt x="29" y="1732"/>
                          <a:pt x="29" y="1752"/>
                        </a:cubicBezTo>
                        <a:cubicBezTo>
                          <a:pt x="1" y="1752"/>
                          <a:pt x="1" y="1809"/>
                          <a:pt x="29" y="1809"/>
                        </a:cubicBezTo>
                        <a:cubicBezTo>
                          <a:pt x="86" y="1844"/>
                          <a:pt x="114" y="1873"/>
                          <a:pt x="178" y="1873"/>
                        </a:cubicBezTo>
                        <a:cubicBezTo>
                          <a:pt x="291" y="1873"/>
                          <a:pt x="411" y="1809"/>
                          <a:pt x="468" y="1696"/>
                        </a:cubicBezTo>
                        <a:cubicBezTo>
                          <a:pt x="560" y="1604"/>
                          <a:pt x="560" y="1455"/>
                          <a:pt x="560" y="1278"/>
                        </a:cubicBezTo>
                        <a:lnTo>
                          <a:pt x="560" y="1250"/>
                        </a:lnTo>
                        <a:cubicBezTo>
                          <a:pt x="531" y="1194"/>
                          <a:pt x="531" y="1137"/>
                          <a:pt x="560" y="1073"/>
                        </a:cubicBezTo>
                        <a:cubicBezTo>
                          <a:pt x="560" y="1045"/>
                          <a:pt x="588" y="1045"/>
                          <a:pt x="588" y="1017"/>
                        </a:cubicBezTo>
                        <a:lnTo>
                          <a:pt x="644" y="1017"/>
                        </a:lnTo>
                        <a:cubicBezTo>
                          <a:pt x="680" y="1017"/>
                          <a:pt x="708" y="1017"/>
                          <a:pt x="708" y="988"/>
                        </a:cubicBezTo>
                        <a:cubicBezTo>
                          <a:pt x="708" y="960"/>
                          <a:pt x="708" y="925"/>
                          <a:pt x="680" y="896"/>
                        </a:cubicBezTo>
                        <a:lnTo>
                          <a:pt x="644" y="896"/>
                        </a:lnTo>
                        <a:cubicBezTo>
                          <a:pt x="588" y="868"/>
                          <a:pt x="531" y="748"/>
                          <a:pt x="531" y="663"/>
                        </a:cubicBezTo>
                        <a:cubicBezTo>
                          <a:pt x="560" y="635"/>
                          <a:pt x="560" y="571"/>
                          <a:pt x="560" y="514"/>
                        </a:cubicBezTo>
                        <a:cubicBezTo>
                          <a:pt x="588" y="458"/>
                          <a:pt x="588" y="366"/>
                          <a:pt x="588" y="281"/>
                        </a:cubicBezTo>
                        <a:cubicBezTo>
                          <a:pt x="588" y="189"/>
                          <a:pt x="531" y="104"/>
                          <a:pt x="439" y="40"/>
                        </a:cubicBezTo>
                        <a:cubicBezTo>
                          <a:pt x="399" y="20"/>
                          <a:pt x="359" y="0"/>
                          <a:pt x="317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81" name="Google Shape;581;p37"/>
                <p:cNvGrpSpPr/>
                <p:nvPr/>
              </p:nvGrpSpPr>
              <p:grpSpPr>
                <a:xfrm>
                  <a:off x="3007131" y="2353586"/>
                  <a:ext cx="269330" cy="224564"/>
                  <a:chOff x="2715768" y="1997386"/>
                  <a:chExt cx="269330" cy="224564"/>
                </a:xfrm>
              </p:grpSpPr>
              <p:sp>
                <p:nvSpPr>
                  <p:cNvPr id="582" name="Google Shape;582;p37"/>
                  <p:cNvSpPr/>
                  <p:nvPr/>
                </p:nvSpPr>
                <p:spPr>
                  <a:xfrm>
                    <a:off x="2868233" y="1997386"/>
                    <a:ext cx="116866" cy="1168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54" h="3453" extrusionOk="0">
                        <a:moveTo>
                          <a:pt x="1729" y="947"/>
                        </a:moveTo>
                        <a:cubicBezTo>
                          <a:pt x="1938" y="947"/>
                          <a:pt x="2145" y="1036"/>
                          <a:pt x="2300" y="1210"/>
                        </a:cubicBezTo>
                        <a:cubicBezTo>
                          <a:pt x="2597" y="1536"/>
                          <a:pt x="2597" y="2038"/>
                          <a:pt x="2272" y="2328"/>
                        </a:cubicBezTo>
                        <a:cubicBezTo>
                          <a:pt x="2120" y="2466"/>
                          <a:pt x="1930" y="2534"/>
                          <a:pt x="1741" y="2534"/>
                        </a:cubicBezTo>
                        <a:cubicBezTo>
                          <a:pt x="1524" y="2534"/>
                          <a:pt x="1309" y="2445"/>
                          <a:pt x="1154" y="2271"/>
                        </a:cubicBezTo>
                        <a:cubicBezTo>
                          <a:pt x="857" y="1946"/>
                          <a:pt x="885" y="1444"/>
                          <a:pt x="1211" y="1154"/>
                        </a:cubicBezTo>
                        <a:cubicBezTo>
                          <a:pt x="1362" y="1015"/>
                          <a:pt x="1546" y="947"/>
                          <a:pt x="1729" y="947"/>
                        </a:cubicBezTo>
                        <a:close/>
                        <a:moveTo>
                          <a:pt x="1621" y="1"/>
                        </a:moveTo>
                        <a:cubicBezTo>
                          <a:pt x="1656" y="1"/>
                          <a:pt x="1656" y="29"/>
                          <a:pt x="1656" y="29"/>
                        </a:cubicBezTo>
                        <a:cubicBezTo>
                          <a:pt x="1684" y="177"/>
                          <a:pt x="1593" y="354"/>
                          <a:pt x="1444" y="383"/>
                        </a:cubicBezTo>
                        <a:cubicBezTo>
                          <a:pt x="1423" y="387"/>
                          <a:pt x="1402" y="389"/>
                          <a:pt x="1382" y="389"/>
                        </a:cubicBezTo>
                        <a:cubicBezTo>
                          <a:pt x="1235" y="389"/>
                          <a:pt x="1121" y="280"/>
                          <a:pt x="1090" y="149"/>
                        </a:cubicBezTo>
                        <a:lnTo>
                          <a:pt x="1090" y="121"/>
                        </a:lnTo>
                        <a:cubicBezTo>
                          <a:pt x="977" y="149"/>
                          <a:pt x="885" y="206"/>
                          <a:pt x="800" y="269"/>
                        </a:cubicBezTo>
                        <a:cubicBezTo>
                          <a:pt x="800" y="269"/>
                          <a:pt x="800" y="298"/>
                          <a:pt x="828" y="298"/>
                        </a:cubicBezTo>
                        <a:cubicBezTo>
                          <a:pt x="913" y="418"/>
                          <a:pt x="913" y="595"/>
                          <a:pt x="800" y="708"/>
                        </a:cubicBezTo>
                        <a:cubicBezTo>
                          <a:pt x="744" y="751"/>
                          <a:pt x="676" y="774"/>
                          <a:pt x="610" y="774"/>
                        </a:cubicBezTo>
                        <a:cubicBezTo>
                          <a:pt x="535" y="774"/>
                          <a:pt x="463" y="744"/>
                          <a:pt x="418" y="680"/>
                        </a:cubicBezTo>
                        <a:cubicBezTo>
                          <a:pt x="383" y="680"/>
                          <a:pt x="383" y="651"/>
                          <a:pt x="383" y="651"/>
                        </a:cubicBezTo>
                        <a:cubicBezTo>
                          <a:pt x="326" y="736"/>
                          <a:pt x="270" y="828"/>
                          <a:pt x="206" y="913"/>
                        </a:cubicBezTo>
                        <a:cubicBezTo>
                          <a:pt x="206" y="913"/>
                          <a:pt x="241" y="913"/>
                          <a:pt x="241" y="948"/>
                        </a:cubicBezTo>
                        <a:cubicBezTo>
                          <a:pt x="383" y="977"/>
                          <a:pt x="475" y="1154"/>
                          <a:pt x="418" y="1302"/>
                        </a:cubicBezTo>
                        <a:cubicBezTo>
                          <a:pt x="390" y="1415"/>
                          <a:pt x="272" y="1496"/>
                          <a:pt x="154" y="1496"/>
                        </a:cubicBezTo>
                        <a:cubicBezTo>
                          <a:pt x="124" y="1496"/>
                          <a:pt x="93" y="1491"/>
                          <a:pt x="64" y="1479"/>
                        </a:cubicBezTo>
                        <a:lnTo>
                          <a:pt x="29" y="1479"/>
                        </a:lnTo>
                        <a:cubicBezTo>
                          <a:pt x="29" y="1564"/>
                          <a:pt x="1" y="1684"/>
                          <a:pt x="29" y="1797"/>
                        </a:cubicBezTo>
                        <a:lnTo>
                          <a:pt x="64" y="1797"/>
                        </a:lnTo>
                        <a:cubicBezTo>
                          <a:pt x="89" y="1788"/>
                          <a:pt x="113" y="1783"/>
                          <a:pt x="138" y="1783"/>
                        </a:cubicBezTo>
                        <a:cubicBezTo>
                          <a:pt x="254" y="1783"/>
                          <a:pt x="359" y="1887"/>
                          <a:pt x="383" y="2010"/>
                        </a:cubicBezTo>
                        <a:cubicBezTo>
                          <a:pt x="418" y="2151"/>
                          <a:pt x="326" y="2300"/>
                          <a:pt x="178" y="2328"/>
                        </a:cubicBezTo>
                        <a:lnTo>
                          <a:pt x="149" y="2363"/>
                        </a:lnTo>
                        <a:cubicBezTo>
                          <a:pt x="178" y="2448"/>
                          <a:pt x="241" y="2569"/>
                          <a:pt x="298" y="2653"/>
                        </a:cubicBezTo>
                        <a:cubicBezTo>
                          <a:pt x="298" y="2653"/>
                          <a:pt x="298" y="2625"/>
                          <a:pt x="326" y="2625"/>
                        </a:cubicBezTo>
                        <a:cubicBezTo>
                          <a:pt x="378" y="2573"/>
                          <a:pt x="441" y="2550"/>
                          <a:pt x="502" y="2550"/>
                        </a:cubicBezTo>
                        <a:cubicBezTo>
                          <a:pt x="582" y="2550"/>
                          <a:pt x="660" y="2589"/>
                          <a:pt x="708" y="2653"/>
                        </a:cubicBezTo>
                        <a:cubicBezTo>
                          <a:pt x="828" y="2774"/>
                          <a:pt x="828" y="2951"/>
                          <a:pt x="708" y="3035"/>
                        </a:cubicBezTo>
                        <a:lnTo>
                          <a:pt x="680" y="3071"/>
                        </a:lnTo>
                        <a:cubicBezTo>
                          <a:pt x="772" y="3156"/>
                          <a:pt x="857" y="3212"/>
                          <a:pt x="949" y="3276"/>
                        </a:cubicBezTo>
                        <a:cubicBezTo>
                          <a:pt x="949" y="3248"/>
                          <a:pt x="949" y="3248"/>
                          <a:pt x="977" y="3212"/>
                        </a:cubicBezTo>
                        <a:cubicBezTo>
                          <a:pt x="1000" y="3100"/>
                          <a:pt x="1116" y="3018"/>
                          <a:pt x="1238" y="3018"/>
                        </a:cubicBezTo>
                        <a:cubicBezTo>
                          <a:pt x="1269" y="3018"/>
                          <a:pt x="1300" y="3024"/>
                          <a:pt x="1331" y="3035"/>
                        </a:cubicBezTo>
                        <a:cubicBezTo>
                          <a:pt x="1479" y="3099"/>
                          <a:pt x="1536" y="3248"/>
                          <a:pt x="1508" y="3389"/>
                        </a:cubicBezTo>
                        <a:cubicBezTo>
                          <a:pt x="1508" y="3425"/>
                          <a:pt x="1508" y="3425"/>
                          <a:pt x="1479" y="3453"/>
                        </a:cubicBezTo>
                        <a:lnTo>
                          <a:pt x="1833" y="3453"/>
                        </a:lnTo>
                        <a:cubicBezTo>
                          <a:pt x="1833" y="3453"/>
                          <a:pt x="1833" y="3425"/>
                          <a:pt x="1798" y="3425"/>
                        </a:cubicBezTo>
                        <a:cubicBezTo>
                          <a:pt x="1769" y="3276"/>
                          <a:pt x="1890" y="3127"/>
                          <a:pt x="2038" y="3071"/>
                        </a:cubicBezTo>
                        <a:cubicBezTo>
                          <a:pt x="2056" y="3067"/>
                          <a:pt x="2074" y="3065"/>
                          <a:pt x="2091" y="3065"/>
                        </a:cubicBezTo>
                        <a:cubicBezTo>
                          <a:pt x="2219" y="3065"/>
                          <a:pt x="2332" y="3173"/>
                          <a:pt x="2364" y="3304"/>
                        </a:cubicBezTo>
                        <a:lnTo>
                          <a:pt x="2364" y="3333"/>
                        </a:lnTo>
                        <a:cubicBezTo>
                          <a:pt x="2477" y="3304"/>
                          <a:pt x="2569" y="3248"/>
                          <a:pt x="2682" y="3184"/>
                        </a:cubicBezTo>
                        <a:cubicBezTo>
                          <a:pt x="2654" y="3184"/>
                          <a:pt x="2654" y="3184"/>
                          <a:pt x="2654" y="3156"/>
                        </a:cubicBezTo>
                        <a:cubicBezTo>
                          <a:pt x="2540" y="3035"/>
                          <a:pt x="2540" y="2859"/>
                          <a:pt x="2654" y="2774"/>
                        </a:cubicBezTo>
                        <a:cubicBezTo>
                          <a:pt x="2714" y="2714"/>
                          <a:pt x="2788" y="2683"/>
                          <a:pt x="2862" y="2683"/>
                        </a:cubicBezTo>
                        <a:cubicBezTo>
                          <a:pt x="2937" y="2683"/>
                          <a:pt x="3011" y="2714"/>
                          <a:pt x="3071" y="2774"/>
                        </a:cubicBezTo>
                        <a:cubicBezTo>
                          <a:pt x="3071" y="2802"/>
                          <a:pt x="3071" y="2802"/>
                          <a:pt x="3099" y="2830"/>
                        </a:cubicBezTo>
                        <a:cubicBezTo>
                          <a:pt x="3156" y="2717"/>
                          <a:pt x="3213" y="2625"/>
                          <a:pt x="3276" y="2540"/>
                        </a:cubicBezTo>
                        <a:cubicBezTo>
                          <a:pt x="3248" y="2540"/>
                          <a:pt x="3248" y="2540"/>
                          <a:pt x="3213" y="2505"/>
                        </a:cubicBezTo>
                        <a:cubicBezTo>
                          <a:pt x="3071" y="2477"/>
                          <a:pt x="2979" y="2300"/>
                          <a:pt x="3036" y="2151"/>
                        </a:cubicBezTo>
                        <a:cubicBezTo>
                          <a:pt x="3086" y="2039"/>
                          <a:pt x="3191" y="1957"/>
                          <a:pt x="3303" y="1957"/>
                        </a:cubicBezTo>
                        <a:cubicBezTo>
                          <a:pt x="3331" y="1957"/>
                          <a:pt x="3360" y="1963"/>
                          <a:pt x="3389" y="1974"/>
                        </a:cubicBezTo>
                        <a:cubicBezTo>
                          <a:pt x="3425" y="1974"/>
                          <a:pt x="3425" y="1974"/>
                          <a:pt x="3453" y="2010"/>
                        </a:cubicBezTo>
                        <a:lnTo>
                          <a:pt x="3453" y="1656"/>
                        </a:lnTo>
                        <a:cubicBezTo>
                          <a:pt x="3453" y="1656"/>
                          <a:pt x="3425" y="1656"/>
                          <a:pt x="3425" y="1684"/>
                        </a:cubicBezTo>
                        <a:cubicBezTo>
                          <a:pt x="3407" y="1687"/>
                          <a:pt x="3390" y="1688"/>
                          <a:pt x="3373" y="1688"/>
                        </a:cubicBezTo>
                        <a:cubicBezTo>
                          <a:pt x="3220" y="1688"/>
                          <a:pt x="3097" y="1578"/>
                          <a:pt x="3071" y="1444"/>
                        </a:cubicBezTo>
                        <a:cubicBezTo>
                          <a:pt x="3036" y="1302"/>
                          <a:pt x="3128" y="1154"/>
                          <a:pt x="3276" y="1125"/>
                        </a:cubicBezTo>
                        <a:cubicBezTo>
                          <a:pt x="3305" y="1090"/>
                          <a:pt x="3305" y="1090"/>
                          <a:pt x="3333" y="1090"/>
                        </a:cubicBezTo>
                        <a:cubicBezTo>
                          <a:pt x="3276" y="1005"/>
                          <a:pt x="3248" y="885"/>
                          <a:pt x="3156" y="800"/>
                        </a:cubicBezTo>
                        <a:lnTo>
                          <a:pt x="3156" y="828"/>
                        </a:lnTo>
                        <a:cubicBezTo>
                          <a:pt x="3104" y="880"/>
                          <a:pt x="3041" y="903"/>
                          <a:pt x="2978" y="903"/>
                        </a:cubicBezTo>
                        <a:cubicBezTo>
                          <a:pt x="2894" y="903"/>
                          <a:pt x="2810" y="864"/>
                          <a:pt x="2746" y="800"/>
                        </a:cubicBezTo>
                        <a:cubicBezTo>
                          <a:pt x="2625" y="680"/>
                          <a:pt x="2654" y="503"/>
                          <a:pt x="2774" y="418"/>
                        </a:cubicBezTo>
                        <a:cubicBezTo>
                          <a:pt x="2774" y="383"/>
                          <a:pt x="2774" y="383"/>
                          <a:pt x="2802" y="383"/>
                        </a:cubicBezTo>
                        <a:cubicBezTo>
                          <a:pt x="2717" y="326"/>
                          <a:pt x="2597" y="241"/>
                          <a:pt x="2505" y="206"/>
                        </a:cubicBezTo>
                        <a:lnTo>
                          <a:pt x="2505" y="241"/>
                        </a:lnTo>
                        <a:cubicBezTo>
                          <a:pt x="2460" y="354"/>
                          <a:pt x="2357" y="435"/>
                          <a:pt x="2242" y="435"/>
                        </a:cubicBezTo>
                        <a:cubicBezTo>
                          <a:pt x="2212" y="435"/>
                          <a:pt x="2182" y="429"/>
                          <a:pt x="2151" y="418"/>
                        </a:cubicBezTo>
                        <a:cubicBezTo>
                          <a:pt x="2010" y="354"/>
                          <a:pt x="1918" y="206"/>
                          <a:pt x="1946" y="64"/>
                        </a:cubicBezTo>
                        <a:cubicBezTo>
                          <a:pt x="1946" y="29"/>
                          <a:pt x="1975" y="29"/>
                          <a:pt x="1975" y="29"/>
                        </a:cubicBezTo>
                        <a:cubicBezTo>
                          <a:pt x="1861" y="1"/>
                          <a:pt x="1741" y="1"/>
                          <a:pt x="1621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3" name="Google Shape;583;p37"/>
                  <p:cNvSpPr/>
                  <p:nvPr/>
                </p:nvSpPr>
                <p:spPr>
                  <a:xfrm>
                    <a:off x="2888365" y="2020360"/>
                    <a:ext cx="77821" cy="70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00" h="2095" extrusionOk="0">
                        <a:moveTo>
                          <a:pt x="1118" y="57"/>
                        </a:moveTo>
                        <a:cubicBezTo>
                          <a:pt x="1415" y="57"/>
                          <a:pt x="1677" y="178"/>
                          <a:pt x="1854" y="383"/>
                        </a:cubicBezTo>
                        <a:cubicBezTo>
                          <a:pt x="2236" y="800"/>
                          <a:pt x="2207" y="1416"/>
                          <a:pt x="1797" y="1798"/>
                        </a:cubicBezTo>
                        <a:cubicBezTo>
                          <a:pt x="1620" y="1946"/>
                          <a:pt x="1380" y="2038"/>
                          <a:pt x="1146" y="2038"/>
                        </a:cubicBezTo>
                        <a:cubicBezTo>
                          <a:pt x="884" y="2038"/>
                          <a:pt x="616" y="1918"/>
                          <a:pt x="410" y="1713"/>
                        </a:cubicBezTo>
                        <a:cubicBezTo>
                          <a:pt x="57" y="1295"/>
                          <a:pt x="85" y="680"/>
                          <a:pt x="467" y="326"/>
                        </a:cubicBezTo>
                        <a:cubicBezTo>
                          <a:pt x="644" y="149"/>
                          <a:pt x="884" y="57"/>
                          <a:pt x="1118" y="57"/>
                        </a:cubicBezTo>
                        <a:close/>
                        <a:moveTo>
                          <a:pt x="1118" y="1"/>
                        </a:moveTo>
                        <a:cubicBezTo>
                          <a:pt x="884" y="1"/>
                          <a:pt x="616" y="93"/>
                          <a:pt x="439" y="269"/>
                        </a:cubicBezTo>
                        <a:cubicBezTo>
                          <a:pt x="0" y="652"/>
                          <a:pt x="0" y="1331"/>
                          <a:pt x="382" y="1741"/>
                        </a:cubicBezTo>
                        <a:cubicBezTo>
                          <a:pt x="587" y="1974"/>
                          <a:pt x="849" y="2095"/>
                          <a:pt x="1146" y="2095"/>
                        </a:cubicBezTo>
                        <a:cubicBezTo>
                          <a:pt x="1415" y="2095"/>
                          <a:pt x="1648" y="2003"/>
                          <a:pt x="1854" y="1826"/>
                        </a:cubicBezTo>
                        <a:cubicBezTo>
                          <a:pt x="2264" y="1444"/>
                          <a:pt x="2299" y="800"/>
                          <a:pt x="1910" y="354"/>
                        </a:cubicBezTo>
                        <a:cubicBezTo>
                          <a:pt x="1705" y="149"/>
                          <a:pt x="1415" y="1"/>
                          <a:pt x="111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4" name="Google Shape;584;p37"/>
                  <p:cNvSpPr/>
                  <p:nvPr/>
                </p:nvSpPr>
                <p:spPr>
                  <a:xfrm>
                    <a:off x="2715768" y="2042387"/>
                    <a:ext cx="179562" cy="17956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07" h="5307" extrusionOk="0">
                        <a:moveTo>
                          <a:pt x="2625" y="861"/>
                        </a:moveTo>
                        <a:cubicBezTo>
                          <a:pt x="3132" y="861"/>
                          <a:pt x="3636" y="1078"/>
                          <a:pt x="3976" y="1500"/>
                        </a:cubicBezTo>
                        <a:cubicBezTo>
                          <a:pt x="4627" y="2271"/>
                          <a:pt x="4535" y="3389"/>
                          <a:pt x="3799" y="4040"/>
                        </a:cubicBezTo>
                        <a:cubicBezTo>
                          <a:pt x="3475" y="4312"/>
                          <a:pt x="3075" y="4447"/>
                          <a:pt x="2675" y="4447"/>
                        </a:cubicBezTo>
                        <a:cubicBezTo>
                          <a:pt x="2168" y="4447"/>
                          <a:pt x="1659" y="4230"/>
                          <a:pt x="1295" y="3799"/>
                        </a:cubicBezTo>
                        <a:cubicBezTo>
                          <a:pt x="644" y="3064"/>
                          <a:pt x="736" y="1918"/>
                          <a:pt x="1472" y="1295"/>
                        </a:cubicBezTo>
                        <a:cubicBezTo>
                          <a:pt x="1801" y="1004"/>
                          <a:pt x="2214" y="861"/>
                          <a:pt x="2625" y="861"/>
                        </a:cubicBezTo>
                        <a:close/>
                        <a:moveTo>
                          <a:pt x="2590" y="1"/>
                        </a:moveTo>
                        <a:lnTo>
                          <a:pt x="2590" y="29"/>
                        </a:lnTo>
                        <a:cubicBezTo>
                          <a:pt x="2653" y="262"/>
                          <a:pt x="2476" y="503"/>
                          <a:pt x="2236" y="559"/>
                        </a:cubicBezTo>
                        <a:cubicBezTo>
                          <a:pt x="2217" y="562"/>
                          <a:pt x="2198" y="563"/>
                          <a:pt x="2179" y="563"/>
                        </a:cubicBezTo>
                        <a:cubicBezTo>
                          <a:pt x="1966" y="563"/>
                          <a:pt x="1767" y="420"/>
                          <a:pt x="1741" y="206"/>
                        </a:cubicBezTo>
                        <a:lnTo>
                          <a:pt x="1741" y="149"/>
                        </a:lnTo>
                        <a:cubicBezTo>
                          <a:pt x="1564" y="206"/>
                          <a:pt x="1415" y="262"/>
                          <a:pt x="1267" y="354"/>
                        </a:cubicBezTo>
                        <a:cubicBezTo>
                          <a:pt x="1267" y="383"/>
                          <a:pt x="1295" y="383"/>
                          <a:pt x="1295" y="383"/>
                        </a:cubicBezTo>
                        <a:cubicBezTo>
                          <a:pt x="1472" y="588"/>
                          <a:pt x="1444" y="856"/>
                          <a:pt x="1267" y="998"/>
                        </a:cubicBezTo>
                        <a:cubicBezTo>
                          <a:pt x="1188" y="1077"/>
                          <a:pt x="1086" y="1115"/>
                          <a:pt x="983" y="1115"/>
                        </a:cubicBezTo>
                        <a:cubicBezTo>
                          <a:pt x="855" y="1115"/>
                          <a:pt x="727" y="1055"/>
                          <a:pt x="644" y="941"/>
                        </a:cubicBezTo>
                        <a:cubicBezTo>
                          <a:pt x="616" y="941"/>
                          <a:pt x="616" y="941"/>
                          <a:pt x="616" y="913"/>
                        </a:cubicBezTo>
                        <a:cubicBezTo>
                          <a:pt x="503" y="1062"/>
                          <a:pt x="411" y="1175"/>
                          <a:pt x="326" y="1323"/>
                        </a:cubicBezTo>
                        <a:cubicBezTo>
                          <a:pt x="354" y="1323"/>
                          <a:pt x="354" y="1352"/>
                          <a:pt x="382" y="1352"/>
                        </a:cubicBezTo>
                        <a:cubicBezTo>
                          <a:pt x="588" y="1444"/>
                          <a:pt x="708" y="1677"/>
                          <a:pt x="644" y="1918"/>
                        </a:cubicBezTo>
                        <a:cubicBezTo>
                          <a:pt x="579" y="2098"/>
                          <a:pt x="425" y="2210"/>
                          <a:pt x="248" y="2210"/>
                        </a:cubicBezTo>
                        <a:cubicBezTo>
                          <a:pt x="195" y="2210"/>
                          <a:pt x="140" y="2200"/>
                          <a:pt x="85" y="2179"/>
                        </a:cubicBezTo>
                        <a:cubicBezTo>
                          <a:pt x="57" y="2179"/>
                          <a:pt x="57" y="2151"/>
                          <a:pt x="29" y="2151"/>
                        </a:cubicBezTo>
                        <a:cubicBezTo>
                          <a:pt x="0" y="2328"/>
                          <a:pt x="0" y="2505"/>
                          <a:pt x="0" y="2653"/>
                        </a:cubicBezTo>
                        <a:lnTo>
                          <a:pt x="57" y="2653"/>
                        </a:lnTo>
                        <a:cubicBezTo>
                          <a:pt x="77" y="2651"/>
                          <a:pt x="96" y="2650"/>
                          <a:pt x="116" y="2650"/>
                        </a:cubicBezTo>
                        <a:cubicBezTo>
                          <a:pt x="325" y="2650"/>
                          <a:pt x="508" y="2787"/>
                          <a:pt x="559" y="3007"/>
                        </a:cubicBezTo>
                        <a:cubicBezTo>
                          <a:pt x="588" y="3241"/>
                          <a:pt x="439" y="3474"/>
                          <a:pt x="206" y="3509"/>
                        </a:cubicBezTo>
                        <a:lnTo>
                          <a:pt x="149" y="3509"/>
                        </a:lnTo>
                        <a:cubicBezTo>
                          <a:pt x="206" y="3686"/>
                          <a:pt x="290" y="3828"/>
                          <a:pt x="382" y="4005"/>
                        </a:cubicBezTo>
                        <a:cubicBezTo>
                          <a:pt x="382" y="3976"/>
                          <a:pt x="411" y="3976"/>
                          <a:pt x="411" y="3948"/>
                        </a:cubicBezTo>
                        <a:cubicBezTo>
                          <a:pt x="488" y="3883"/>
                          <a:pt x="587" y="3852"/>
                          <a:pt x="688" y="3852"/>
                        </a:cubicBezTo>
                        <a:cubicBezTo>
                          <a:pt x="818" y="3852"/>
                          <a:pt x="949" y="3905"/>
                          <a:pt x="1033" y="4005"/>
                        </a:cubicBezTo>
                        <a:cubicBezTo>
                          <a:pt x="1175" y="4181"/>
                          <a:pt x="1175" y="4479"/>
                          <a:pt x="970" y="4627"/>
                        </a:cubicBezTo>
                        <a:lnTo>
                          <a:pt x="941" y="4655"/>
                        </a:lnTo>
                        <a:cubicBezTo>
                          <a:pt x="1062" y="4776"/>
                          <a:pt x="1210" y="4889"/>
                          <a:pt x="1352" y="4981"/>
                        </a:cubicBezTo>
                        <a:cubicBezTo>
                          <a:pt x="1352" y="4953"/>
                          <a:pt x="1387" y="4924"/>
                          <a:pt x="1387" y="4889"/>
                        </a:cubicBezTo>
                        <a:cubicBezTo>
                          <a:pt x="1431" y="4731"/>
                          <a:pt x="1597" y="4627"/>
                          <a:pt x="1781" y="4627"/>
                        </a:cubicBezTo>
                        <a:cubicBezTo>
                          <a:pt x="1835" y="4627"/>
                          <a:pt x="1891" y="4636"/>
                          <a:pt x="1946" y="4655"/>
                        </a:cubicBezTo>
                        <a:cubicBezTo>
                          <a:pt x="2151" y="4712"/>
                          <a:pt x="2271" y="4981"/>
                          <a:pt x="2208" y="5214"/>
                        </a:cubicBezTo>
                        <a:cubicBezTo>
                          <a:pt x="2208" y="5214"/>
                          <a:pt x="2179" y="5243"/>
                          <a:pt x="2179" y="5278"/>
                        </a:cubicBezTo>
                        <a:cubicBezTo>
                          <a:pt x="2356" y="5306"/>
                          <a:pt x="2533" y="5306"/>
                          <a:pt x="2710" y="5306"/>
                        </a:cubicBezTo>
                        <a:cubicBezTo>
                          <a:pt x="2682" y="5306"/>
                          <a:pt x="2682" y="5278"/>
                          <a:pt x="2682" y="5243"/>
                        </a:cubicBezTo>
                        <a:cubicBezTo>
                          <a:pt x="2625" y="5009"/>
                          <a:pt x="2802" y="4776"/>
                          <a:pt x="3035" y="4747"/>
                        </a:cubicBezTo>
                        <a:cubicBezTo>
                          <a:pt x="3058" y="4744"/>
                          <a:pt x="3081" y="4742"/>
                          <a:pt x="3104" y="4742"/>
                        </a:cubicBezTo>
                        <a:cubicBezTo>
                          <a:pt x="3314" y="4742"/>
                          <a:pt x="3512" y="4884"/>
                          <a:pt x="3538" y="5101"/>
                        </a:cubicBezTo>
                        <a:lnTo>
                          <a:pt x="3538" y="5158"/>
                        </a:lnTo>
                        <a:cubicBezTo>
                          <a:pt x="3714" y="5129"/>
                          <a:pt x="3863" y="5037"/>
                          <a:pt x="4005" y="4953"/>
                        </a:cubicBezTo>
                        <a:cubicBezTo>
                          <a:pt x="4005" y="4924"/>
                          <a:pt x="3976" y="4924"/>
                          <a:pt x="3976" y="4889"/>
                        </a:cubicBezTo>
                        <a:cubicBezTo>
                          <a:pt x="3799" y="4712"/>
                          <a:pt x="3828" y="4450"/>
                          <a:pt x="4005" y="4273"/>
                        </a:cubicBezTo>
                        <a:cubicBezTo>
                          <a:pt x="4081" y="4209"/>
                          <a:pt x="4181" y="4178"/>
                          <a:pt x="4282" y="4178"/>
                        </a:cubicBezTo>
                        <a:cubicBezTo>
                          <a:pt x="4412" y="4178"/>
                          <a:pt x="4543" y="4230"/>
                          <a:pt x="4627" y="4330"/>
                        </a:cubicBezTo>
                        <a:cubicBezTo>
                          <a:pt x="4655" y="4358"/>
                          <a:pt x="4655" y="4358"/>
                          <a:pt x="4684" y="4394"/>
                        </a:cubicBezTo>
                        <a:cubicBezTo>
                          <a:pt x="4776" y="4273"/>
                          <a:pt x="4889" y="4125"/>
                          <a:pt x="4981" y="3948"/>
                        </a:cubicBezTo>
                        <a:lnTo>
                          <a:pt x="4889" y="3948"/>
                        </a:lnTo>
                        <a:cubicBezTo>
                          <a:pt x="4684" y="3863"/>
                          <a:pt x="4570" y="3594"/>
                          <a:pt x="4627" y="3389"/>
                        </a:cubicBezTo>
                        <a:cubicBezTo>
                          <a:pt x="4693" y="3206"/>
                          <a:pt x="4855" y="3093"/>
                          <a:pt x="5034" y="3093"/>
                        </a:cubicBezTo>
                        <a:cubicBezTo>
                          <a:pt x="5084" y="3093"/>
                          <a:pt x="5135" y="3102"/>
                          <a:pt x="5186" y="3120"/>
                        </a:cubicBezTo>
                        <a:cubicBezTo>
                          <a:pt x="5214" y="3120"/>
                          <a:pt x="5243" y="3120"/>
                          <a:pt x="5243" y="3156"/>
                        </a:cubicBezTo>
                        <a:cubicBezTo>
                          <a:pt x="5278" y="2979"/>
                          <a:pt x="5306" y="2802"/>
                          <a:pt x="5306" y="2625"/>
                        </a:cubicBezTo>
                        <a:cubicBezTo>
                          <a:pt x="5278" y="2625"/>
                          <a:pt x="5243" y="2625"/>
                          <a:pt x="5214" y="2653"/>
                        </a:cubicBezTo>
                        <a:cubicBezTo>
                          <a:pt x="5195" y="2656"/>
                          <a:pt x="5177" y="2657"/>
                          <a:pt x="5158" y="2657"/>
                        </a:cubicBezTo>
                        <a:cubicBezTo>
                          <a:pt x="4948" y="2657"/>
                          <a:pt x="4770" y="2512"/>
                          <a:pt x="4712" y="2271"/>
                        </a:cubicBezTo>
                        <a:cubicBezTo>
                          <a:pt x="4684" y="2031"/>
                          <a:pt x="4832" y="1826"/>
                          <a:pt x="5066" y="1769"/>
                        </a:cubicBezTo>
                        <a:lnTo>
                          <a:pt x="5129" y="1769"/>
                        </a:lnTo>
                        <a:cubicBezTo>
                          <a:pt x="5066" y="1592"/>
                          <a:pt x="4981" y="1444"/>
                          <a:pt x="4889" y="1295"/>
                        </a:cubicBezTo>
                        <a:lnTo>
                          <a:pt x="4861" y="1323"/>
                        </a:lnTo>
                        <a:cubicBezTo>
                          <a:pt x="4779" y="1405"/>
                          <a:pt x="4674" y="1443"/>
                          <a:pt x="4569" y="1443"/>
                        </a:cubicBezTo>
                        <a:cubicBezTo>
                          <a:pt x="4447" y="1443"/>
                          <a:pt x="4325" y="1391"/>
                          <a:pt x="4245" y="1295"/>
                        </a:cubicBezTo>
                        <a:cubicBezTo>
                          <a:pt x="4096" y="1090"/>
                          <a:pt x="4096" y="821"/>
                          <a:pt x="4302" y="680"/>
                        </a:cubicBezTo>
                        <a:cubicBezTo>
                          <a:pt x="4302" y="644"/>
                          <a:pt x="4330" y="644"/>
                          <a:pt x="4330" y="616"/>
                        </a:cubicBezTo>
                        <a:cubicBezTo>
                          <a:pt x="4217" y="531"/>
                          <a:pt x="4068" y="411"/>
                          <a:pt x="3920" y="326"/>
                        </a:cubicBezTo>
                        <a:cubicBezTo>
                          <a:pt x="3891" y="354"/>
                          <a:pt x="3891" y="354"/>
                          <a:pt x="3891" y="383"/>
                        </a:cubicBezTo>
                        <a:cubicBezTo>
                          <a:pt x="3842" y="563"/>
                          <a:pt x="3675" y="675"/>
                          <a:pt x="3494" y="675"/>
                        </a:cubicBezTo>
                        <a:cubicBezTo>
                          <a:pt x="3441" y="675"/>
                          <a:pt x="3386" y="665"/>
                          <a:pt x="3332" y="644"/>
                        </a:cubicBezTo>
                        <a:cubicBezTo>
                          <a:pt x="3120" y="559"/>
                          <a:pt x="2979" y="326"/>
                          <a:pt x="3064" y="85"/>
                        </a:cubicBezTo>
                        <a:cubicBezTo>
                          <a:pt x="3064" y="57"/>
                          <a:pt x="3092" y="57"/>
                          <a:pt x="3092" y="29"/>
                        </a:cubicBezTo>
                        <a:cubicBezTo>
                          <a:pt x="2915" y="1"/>
                          <a:pt x="2738" y="1"/>
                          <a:pt x="259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5" name="Google Shape;585;p37"/>
                  <p:cNvSpPr/>
                  <p:nvPr/>
                </p:nvSpPr>
                <p:spPr>
                  <a:xfrm>
                    <a:off x="2726765" y="2063061"/>
                    <a:ext cx="156588" cy="1381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28" h="4083" extrusionOk="0">
                        <a:moveTo>
                          <a:pt x="2326" y="675"/>
                        </a:moveTo>
                        <a:cubicBezTo>
                          <a:pt x="2813" y="675"/>
                          <a:pt x="3291" y="946"/>
                          <a:pt x="3538" y="1420"/>
                        </a:cubicBezTo>
                        <a:cubicBezTo>
                          <a:pt x="3856" y="2099"/>
                          <a:pt x="3623" y="2927"/>
                          <a:pt x="2944" y="3280"/>
                        </a:cubicBezTo>
                        <a:cubicBezTo>
                          <a:pt x="2749" y="3374"/>
                          <a:pt x="2545" y="3418"/>
                          <a:pt x="2345" y="3418"/>
                        </a:cubicBezTo>
                        <a:cubicBezTo>
                          <a:pt x="1847" y="3418"/>
                          <a:pt x="1371" y="3142"/>
                          <a:pt x="1119" y="2658"/>
                        </a:cubicBezTo>
                        <a:cubicBezTo>
                          <a:pt x="765" y="1979"/>
                          <a:pt x="1027" y="1158"/>
                          <a:pt x="1706" y="833"/>
                        </a:cubicBezTo>
                        <a:cubicBezTo>
                          <a:pt x="1902" y="726"/>
                          <a:pt x="2115" y="675"/>
                          <a:pt x="2326" y="675"/>
                        </a:cubicBezTo>
                        <a:close/>
                        <a:moveTo>
                          <a:pt x="2277" y="0"/>
                        </a:moveTo>
                        <a:cubicBezTo>
                          <a:pt x="1975" y="0"/>
                          <a:pt x="1669" y="68"/>
                          <a:pt x="1380" y="210"/>
                        </a:cubicBezTo>
                        <a:cubicBezTo>
                          <a:pt x="411" y="712"/>
                          <a:pt x="1" y="1950"/>
                          <a:pt x="531" y="2955"/>
                        </a:cubicBezTo>
                        <a:cubicBezTo>
                          <a:pt x="883" y="3668"/>
                          <a:pt x="1609" y="4082"/>
                          <a:pt x="2350" y="4082"/>
                        </a:cubicBezTo>
                        <a:cubicBezTo>
                          <a:pt x="2653" y="4082"/>
                          <a:pt x="2958" y="4013"/>
                          <a:pt x="3241" y="3868"/>
                        </a:cubicBezTo>
                        <a:cubicBezTo>
                          <a:pt x="4245" y="3365"/>
                          <a:pt x="4627" y="2127"/>
                          <a:pt x="4125" y="1130"/>
                        </a:cubicBezTo>
                        <a:cubicBezTo>
                          <a:pt x="3747" y="414"/>
                          <a:pt x="3025" y="0"/>
                          <a:pt x="2277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6" name="Google Shape;586;p37"/>
                  <p:cNvSpPr/>
                  <p:nvPr/>
                </p:nvSpPr>
                <p:spPr>
                  <a:xfrm>
                    <a:off x="2748555" y="2076121"/>
                    <a:ext cx="113719" cy="111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3305" extrusionOk="0">
                        <a:moveTo>
                          <a:pt x="1656" y="65"/>
                        </a:moveTo>
                        <a:cubicBezTo>
                          <a:pt x="2243" y="65"/>
                          <a:pt x="2802" y="418"/>
                          <a:pt x="3071" y="949"/>
                        </a:cubicBezTo>
                        <a:cubicBezTo>
                          <a:pt x="3276" y="1331"/>
                          <a:pt x="3304" y="1770"/>
                          <a:pt x="3156" y="2159"/>
                        </a:cubicBezTo>
                        <a:cubicBezTo>
                          <a:pt x="3036" y="2569"/>
                          <a:pt x="2774" y="2894"/>
                          <a:pt x="2392" y="3071"/>
                        </a:cubicBezTo>
                        <a:cubicBezTo>
                          <a:pt x="2187" y="3184"/>
                          <a:pt x="1946" y="3248"/>
                          <a:pt x="1713" y="3248"/>
                        </a:cubicBezTo>
                        <a:cubicBezTo>
                          <a:pt x="1090" y="3248"/>
                          <a:pt x="559" y="2894"/>
                          <a:pt x="269" y="2364"/>
                        </a:cubicBezTo>
                        <a:cubicBezTo>
                          <a:pt x="93" y="1982"/>
                          <a:pt x="64" y="1536"/>
                          <a:pt x="177" y="1154"/>
                        </a:cubicBezTo>
                        <a:cubicBezTo>
                          <a:pt x="298" y="744"/>
                          <a:pt x="595" y="418"/>
                          <a:pt x="949" y="242"/>
                        </a:cubicBezTo>
                        <a:cubicBezTo>
                          <a:pt x="1182" y="121"/>
                          <a:pt x="1415" y="65"/>
                          <a:pt x="1656" y="65"/>
                        </a:cubicBezTo>
                        <a:close/>
                        <a:moveTo>
                          <a:pt x="1656" y="1"/>
                        </a:moveTo>
                        <a:cubicBezTo>
                          <a:pt x="1387" y="1"/>
                          <a:pt x="1154" y="65"/>
                          <a:pt x="913" y="178"/>
                        </a:cubicBezTo>
                        <a:cubicBezTo>
                          <a:pt x="531" y="390"/>
                          <a:pt x="269" y="708"/>
                          <a:pt x="121" y="1126"/>
                        </a:cubicBezTo>
                        <a:cubicBezTo>
                          <a:pt x="1" y="1536"/>
                          <a:pt x="29" y="2010"/>
                          <a:pt x="241" y="2392"/>
                        </a:cubicBezTo>
                        <a:cubicBezTo>
                          <a:pt x="503" y="2951"/>
                          <a:pt x="1062" y="3305"/>
                          <a:pt x="1713" y="3305"/>
                        </a:cubicBezTo>
                        <a:cubicBezTo>
                          <a:pt x="1946" y="3305"/>
                          <a:pt x="2187" y="3248"/>
                          <a:pt x="2420" y="3128"/>
                        </a:cubicBezTo>
                        <a:cubicBezTo>
                          <a:pt x="2802" y="2923"/>
                          <a:pt x="3099" y="2597"/>
                          <a:pt x="3212" y="2187"/>
                        </a:cubicBezTo>
                        <a:cubicBezTo>
                          <a:pt x="3361" y="1770"/>
                          <a:pt x="3333" y="1331"/>
                          <a:pt x="3127" y="921"/>
                        </a:cubicBezTo>
                        <a:cubicBezTo>
                          <a:pt x="2830" y="355"/>
                          <a:pt x="2271" y="1"/>
                          <a:pt x="165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7" name="Google Shape;587;p37"/>
                <p:cNvSpPr/>
                <p:nvPr/>
              </p:nvSpPr>
              <p:spPr>
                <a:xfrm>
                  <a:off x="4145832" y="2621269"/>
                  <a:ext cx="174792" cy="1499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4431" extrusionOk="0">
                      <a:moveTo>
                        <a:pt x="3247" y="0"/>
                      </a:moveTo>
                      <a:cubicBezTo>
                        <a:pt x="2927" y="0"/>
                        <a:pt x="2637" y="146"/>
                        <a:pt x="2449" y="393"/>
                      </a:cubicBezTo>
                      <a:cubicBezTo>
                        <a:pt x="2300" y="301"/>
                        <a:pt x="2123" y="244"/>
                        <a:pt x="1946" y="216"/>
                      </a:cubicBezTo>
                      <a:cubicBezTo>
                        <a:pt x="1926" y="215"/>
                        <a:pt x="1907" y="214"/>
                        <a:pt x="1887" y="214"/>
                      </a:cubicBezTo>
                      <a:cubicBezTo>
                        <a:pt x="1382" y="214"/>
                        <a:pt x="950" y="646"/>
                        <a:pt x="977" y="1157"/>
                      </a:cubicBezTo>
                      <a:cubicBezTo>
                        <a:pt x="447" y="1157"/>
                        <a:pt x="1" y="1688"/>
                        <a:pt x="241" y="2246"/>
                      </a:cubicBezTo>
                      <a:cubicBezTo>
                        <a:pt x="298" y="2423"/>
                        <a:pt x="418" y="2572"/>
                        <a:pt x="567" y="2628"/>
                      </a:cubicBezTo>
                      <a:cubicBezTo>
                        <a:pt x="704" y="2699"/>
                        <a:pt x="837" y="2729"/>
                        <a:pt x="963" y="2729"/>
                      </a:cubicBezTo>
                      <a:cubicBezTo>
                        <a:pt x="1104" y="2729"/>
                        <a:pt x="1236" y="2692"/>
                        <a:pt x="1359" y="2628"/>
                      </a:cubicBezTo>
                      <a:cubicBezTo>
                        <a:pt x="1387" y="3010"/>
                        <a:pt x="1685" y="3308"/>
                        <a:pt x="2095" y="3336"/>
                      </a:cubicBezTo>
                      <a:cubicBezTo>
                        <a:pt x="2243" y="3336"/>
                        <a:pt x="2364" y="3308"/>
                        <a:pt x="2477" y="3251"/>
                      </a:cubicBezTo>
                      <a:cubicBezTo>
                        <a:pt x="2505" y="3573"/>
                        <a:pt x="2747" y="3809"/>
                        <a:pt x="3062" y="3809"/>
                      </a:cubicBezTo>
                      <a:cubicBezTo>
                        <a:pt x="3148" y="3809"/>
                        <a:pt x="3239" y="3791"/>
                        <a:pt x="3333" y="3753"/>
                      </a:cubicBezTo>
                      <a:lnTo>
                        <a:pt x="3807" y="4397"/>
                      </a:lnTo>
                      <a:cubicBezTo>
                        <a:pt x="3818" y="4421"/>
                        <a:pt x="3832" y="4431"/>
                        <a:pt x="3846" y="4431"/>
                      </a:cubicBezTo>
                      <a:cubicBezTo>
                        <a:pt x="3870" y="4431"/>
                        <a:pt x="3892" y="4404"/>
                        <a:pt x="3892" y="4369"/>
                      </a:cubicBezTo>
                      <a:lnTo>
                        <a:pt x="3892" y="3484"/>
                      </a:lnTo>
                      <a:cubicBezTo>
                        <a:pt x="3971" y="3510"/>
                        <a:pt x="4051" y="3524"/>
                        <a:pt x="4130" y="3524"/>
                      </a:cubicBezTo>
                      <a:cubicBezTo>
                        <a:pt x="4228" y="3524"/>
                        <a:pt x="4325" y="3503"/>
                        <a:pt x="4422" y="3456"/>
                      </a:cubicBezTo>
                      <a:cubicBezTo>
                        <a:pt x="4543" y="3428"/>
                        <a:pt x="4635" y="3336"/>
                        <a:pt x="4691" y="3223"/>
                      </a:cubicBezTo>
                      <a:cubicBezTo>
                        <a:pt x="4776" y="3046"/>
                        <a:pt x="4811" y="2834"/>
                        <a:pt x="4748" y="2692"/>
                      </a:cubicBezTo>
                      <a:cubicBezTo>
                        <a:pt x="4953" y="2480"/>
                        <a:pt x="5101" y="2218"/>
                        <a:pt x="5130" y="1893"/>
                      </a:cubicBezTo>
                      <a:cubicBezTo>
                        <a:pt x="5165" y="1390"/>
                        <a:pt x="4811" y="952"/>
                        <a:pt x="4337" y="803"/>
                      </a:cubicBezTo>
                      <a:cubicBezTo>
                        <a:pt x="4281" y="358"/>
                        <a:pt x="3807" y="39"/>
                        <a:pt x="3333" y="4"/>
                      </a:cubicBezTo>
                      <a:cubicBezTo>
                        <a:pt x="3304" y="2"/>
                        <a:pt x="3276" y="0"/>
                        <a:pt x="32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588;p37"/>
                <p:cNvSpPr/>
                <p:nvPr/>
              </p:nvSpPr>
              <p:spPr>
                <a:xfrm>
                  <a:off x="4285642" y="2696317"/>
                  <a:ext cx="20842" cy="16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" h="475" extrusionOk="0">
                      <a:moveTo>
                        <a:pt x="29" y="0"/>
                      </a:moveTo>
                      <a:lnTo>
                        <a:pt x="0" y="28"/>
                      </a:lnTo>
                      <a:cubicBezTo>
                        <a:pt x="0" y="57"/>
                        <a:pt x="29" y="57"/>
                        <a:pt x="29" y="57"/>
                      </a:cubicBezTo>
                      <a:cubicBezTo>
                        <a:pt x="262" y="85"/>
                        <a:pt x="467" y="234"/>
                        <a:pt x="559" y="439"/>
                      </a:cubicBezTo>
                      <a:lnTo>
                        <a:pt x="587" y="474"/>
                      </a:lnTo>
                      <a:lnTo>
                        <a:pt x="616" y="474"/>
                      </a:lnTo>
                      <a:lnTo>
                        <a:pt x="616" y="410"/>
                      </a:lnTo>
                      <a:cubicBezTo>
                        <a:pt x="531" y="177"/>
                        <a:pt x="290" y="28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37"/>
                <p:cNvSpPr/>
                <p:nvPr/>
              </p:nvSpPr>
              <p:spPr>
                <a:xfrm>
                  <a:off x="4190834" y="2681226"/>
                  <a:ext cx="29978" cy="270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6" h="800" extrusionOk="0">
                      <a:moveTo>
                        <a:pt x="857" y="0"/>
                      </a:moveTo>
                      <a:cubicBezTo>
                        <a:pt x="411" y="0"/>
                        <a:pt x="29" y="326"/>
                        <a:pt x="1" y="772"/>
                      </a:cubicBezTo>
                      <a:cubicBezTo>
                        <a:pt x="1" y="800"/>
                        <a:pt x="1" y="800"/>
                        <a:pt x="29" y="800"/>
                      </a:cubicBezTo>
                      <a:lnTo>
                        <a:pt x="57" y="800"/>
                      </a:lnTo>
                      <a:cubicBezTo>
                        <a:pt x="86" y="354"/>
                        <a:pt x="439" y="64"/>
                        <a:pt x="857" y="64"/>
                      </a:cubicBezTo>
                      <a:cubicBezTo>
                        <a:pt x="857" y="64"/>
                        <a:pt x="885" y="64"/>
                        <a:pt x="885" y="36"/>
                      </a:cubicBezTo>
                      <a:lnTo>
                        <a:pt x="8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37"/>
                <p:cNvSpPr/>
                <p:nvPr/>
              </p:nvSpPr>
              <p:spPr>
                <a:xfrm>
                  <a:off x="4174796" y="2659436"/>
                  <a:ext cx="18000" cy="60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178" extrusionOk="0">
                      <a:moveTo>
                        <a:pt x="29" y="1"/>
                      </a:moveTo>
                      <a:cubicBezTo>
                        <a:pt x="29" y="29"/>
                        <a:pt x="1" y="29"/>
                        <a:pt x="1" y="57"/>
                      </a:cubicBezTo>
                      <a:lnTo>
                        <a:pt x="65" y="57"/>
                      </a:lnTo>
                      <a:cubicBezTo>
                        <a:pt x="206" y="57"/>
                        <a:pt x="355" y="86"/>
                        <a:pt x="475" y="177"/>
                      </a:cubicBezTo>
                      <a:lnTo>
                        <a:pt x="503" y="177"/>
                      </a:lnTo>
                      <a:cubicBezTo>
                        <a:pt x="531" y="149"/>
                        <a:pt x="531" y="114"/>
                        <a:pt x="503" y="114"/>
                      </a:cubicBezTo>
                      <a:cubicBezTo>
                        <a:pt x="355" y="29"/>
                        <a:pt x="20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37"/>
                <p:cNvSpPr/>
                <p:nvPr/>
              </p:nvSpPr>
              <p:spPr>
                <a:xfrm>
                  <a:off x="4205688" y="2639337"/>
                  <a:ext cx="22060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708" extrusionOk="0">
                      <a:moveTo>
                        <a:pt x="36" y="0"/>
                      </a:moveTo>
                      <a:cubicBezTo>
                        <a:pt x="0" y="0"/>
                        <a:pt x="0" y="36"/>
                        <a:pt x="0" y="36"/>
                      </a:cubicBezTo>
                      <a:lnTo>
                        <a:pt x="0" y="64"/>
                      </a:lnTo>
                      <a:cubicBezTo>
                        <a:pt x="354" y="92"/>
                        <a:pt x="595" y="354"/>
                        <a:pt x="595" y="680"/>
                      </a:cubicBezTo>
                      <a:cubicBezTo>
                        <a:pt x="595" y="708"/>
                        <a:pt x="595" y="708"/>
                        <a:pt x="623" y="708"/>
                      </a:cubicBezTo>
                      <a:cubicBezTo>
                        <a:pt x="623" y="708"/>
                        <a:pt x="651" y="708"/>
                        <a:pt x="651" y="680"/>
                      </a:cubicBezTo>
                      <a:cubicBezTo>
                        <a:pt x="651" y="326"/>
                        <a:pt x="390" y="36"/>
                        <a:pt x="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37"/>
                <p:cNvSpPr/>
                <p:nvPr/>
              </p:nvSpPr>
              <p:spPr>
                <a:xfrm>
                  <a:off x="4203759" y="2703253"/>
                  <a:ext cx="22060" cy="1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560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1" y="177"/>
                        <a:pt x="93" y="326"/>
                        <a:pt x="206" y="446"/>
                      </a:cubicBezTo>
                      <a:cubicBezTo>
                        <a:pt x="298" y="531"/>
                        <a:pt x="447" y="559"/>
                        <a:pt x="560" y="559"/>
                      </a:cubicBezTo>
                      <a:lnTo>
                        <a:pt x="623" y="559"/>
                      </a:lnTo>
                      <a:cubicBezTo>
                        <a:pt x="652" y="559"/>
                        <a:pt x="652" y="559"/>
                        <a:pt x="652" y="531"/>
                      </a:cubicBezTo>
                      <a:cubicBezTo>
                        <a:pt x="652" y="503"/>
                        <a:pt x="652" y="503"/>
                        <a:pt x="623" y="503"/>
                      </a:cubicBezTo>
                      <a:cubicBezTo>
                        <a:pt x="597" y="508"/>
                        <a:pt x="572" y="510"/>
                        <a:pt x="548" y="510"/>
                      </a:cubicBezTo>
                      <a:cubicBezTo>
                        <a:pt x="433" y="510"/>
                        <a:pt x="333" y="458"/>
                        <a:pt x="234" y="382"/>
                      </a:cubicBezTo>
                      <a:cubicBezTo>
                        <a:pt x="121" y="297"/>
                        <a:pt x="57" y="177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37"/>
                <p:cNvSpPr/>
                <p:nvPr/>
              </p:nvSpPr>
              <p:spPr>
                <a:xfrm>
                  <a:off x="4161870" y="2671413"/>
                  <a:ext cx="15124" cy="23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" h="708" extrusionOk="0">
                      <a:moveTo>
                        <a:pt x="411" y="0"/>
                      </a:moveTo>
                      <a:cubicBezTo>
                        <a:pt x="149" y="85"/>
                        <a:pt x="1" y="382"/>
                        <a:pt x="93" y="679"/>
                      </a:cubicBezTo>
                      <a:cubicBezTo>
                        <a:pt x="93" y="679"/>
                        <a:pt x="93" y="708"/>
                        <a:pt x="121" y="708"/>
                      </a:cubicBezTo>
                      <a:lnTo>
                        <a:pt x="121" y="679"/>
                      </a:lnTo>
                      <a:cubicBezTo>
                        <a:pt x="149" y="679"/>
                        <a:pt x="149" y="679"/>
                        <a:pt x="149" y="644"/>
                      </a:cubicBezTo>
                      <a:cubicBezTo>
                        <a:pt x="57" y="411"/>
                        <a:pt x="178" y="149"/>
                        <a:pt x="447" y="57"/>
                      </a:cubicBezTo>
                      <a:lnTo>
                        <a:pt x="447" y="29"/>
                      </a:lnTo>
                      <a:cubicBezTo>
                        <a:pt x="447" y="0"/>
                        <a:pt x="447" y="0"/>
                        <a:pt x="41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37"/>
                <p:cNvSpPr/>
                <p:nvPr/>
              </p:nvSpPr>
              <p:spPr>
                <a:xfrm>
                  <a:off x="4277488" y="2717126"/>
                  <a:ext cx="18000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326" extrusionOk="0">
                      <a:moveTo>
                        <a:pt x="531" y="1"/>
                      </a:moveTo>
                      <a:cubicBezTo>
                        <a:pt x="503" y="1"/>
                        <a:pt x="503" y="36"/>
                        <a:pt x="475" y="36"/>
                      </a:cubicBezTo>
                      <a:cubicBezTo>
                        <a:pt x="428" y="182"/>
                        <a:pt x="300" y="284"/>
                        <a:pt x="142" y="284"/>
                      </a:cubicBezTo>
                      <a:cubicBezTo>
                        <a:pt x="108" y="284"/>
                        <a:pt x="72" y="279"/>
                        <a:pt x="36" y="269"/>
                      </a:cubicBezTo>
                      <a:lnTo>
                        <a:pt x="1" y="269"/>
                      </a:lnTo>
                      <a:cubicBezTo>
                        <a:pt x="1" y="298"/>
                        <a:pt x="1" y="298"/>
                        <a:pt x="36" y="326"/>
                      </a:cubicBezTo>
                      <a:lnTo>
                        <a:pt x="149" y="326"/>
                      </a:lnTo>
                      <a:cubicBezTo>
                        <a:pt x="326" y="326"/>
                        <a:pt x="475" y="241"/>
                        <a:pt x="531" y="64"/>
                      </a:cubicBezTo>
                      <a:lnTo>
                        <a:pt x="5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595;p37"/>
                <p:cNvSpPr/>
                <p:nvPr/>
              </p:nvSpPr>
              <p:spPr>
                <a:xfrm>
                  <a:off x="4262667" y="2646646"/>
                  <a:ext cx="29944" cy="78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5" h="231" extrusionOk="0">
                      <a:moveTo>
                        <a:pt x="631" y="1"/>
                      </a:moveTo>
                      <a:cubicBezTo>
                        <a:pt x="412" y="1"/>
                        <a:pt x="203" y="70"/>
                        <a:pt x="28" y="202"/>
                      </a:cubicBezTo>
                      <a:cubicBezTo>
                        <a:pt x="0" y="202"/>
                        <a:pt x="0" y="202"/>
                        <a:pt x="28" y="230"/>
                      </a:cubicBezTo>
                      <a:lnTo>
                        <a:pt x="57" y="230"/>
                      </a:lnTo>
                      <a:cubicBezTo>
                        <a:pt x="236" y="120"/>
                        <a:pt x="426" y="60"/>
                        <a:pt x="635" y="60"/>
                      </a:cubicBezTo>
                      <a:cubicBezTo>
                        <a:pt x="706" y="60"/>
                        <a:pt x="780" y="67"/>
                        <a:pt x="856" y="82"/>
                      </a:cubicBezTo>
                      <a:cubicBezTo>
                        <a:pt x="856" y="82"/>
                        <a:pt x="884" y="82"/>
                        <a:pt x="884" y="53"/>
                      </a:cubicBezTo>
                      <a:cubicBezTo>
                        <a:pt x="884" y="53"/>
                        <a:pt x="884" y="25"/>
                        <a:pt x="856" y="25"/>
                      </a:cubicBezTo>
                      <a:cubicBezTo>
                        <a:pt x="781" y="9"/>
                        <a:pt x="705" y="1"/>
                        <a:pt x="6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6" name="Google Shape;596;p37"/>
                <p:cNvSpPr/>
                <p:nvPr/>
              </p:nvSpPr>
              <p:spPr>
                <a:xfrm>
                  <a:off x="4296639" y="2663563"/>
                  <a:ext cx="10827" cy="18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0" h="558" extrusionOk="0">
                      <a:moveTo>
                        <a:pt x="29" y="1"/>
                      </a:moveTo>
                      <a:cubicBezTo>
                        <a:pt x="22" y="1"/>
                        <a:pt x="15" y="10"/>
                        <a:pt x="1" y="27"/>
                      </a:cubicBezTo>
                      <a:cubicBezTo>
                        <a:pt x="1" y="27"/>
                        <a:pt x="1" y="55"/>
                        <a:pt x="29" y="55"/>
                      </a:cubicBezTo>
                      <a:cubicBezTo>
                        <a:pt x="178" y="169"/>
                        <a:pt x="262" y="346"/>
                        <a:pt x="262" y="558"/>
                      </a:cubicBezTo>
                      <a:lnTo>
                        <a:pt x="291" y="558"/>
                      </a:lnTo>
                      <a:cubicBezTo>
                        <a:pt x="291" y="558"/>
                        <a:pt x="319" y="558"/>
                        <a:pt x="319" y="522"/>
                      </a:cubicBezTo>
                      <a:cubicBezTo>
                        <a:pt x="319" y="317"/>
                        <a:pt x="206" y="140"/>
                        <a:pt x="57" y="27"/>
                      </a:cubicBezTo>
                      <a:cubicBezTo>
                        <a:pt x="43" y="10"/>
                        <a:pt x="36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597;p37"/>
                <p:cNvSpPr/>
                <p:nvPr/>
              </p:nvSpPr>
              <p:spPr>
                <a:xfrm>
                  <a:off x="4239659" y="2671853"/>
                  <a:ext cx="23042" cy="28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1" h="844" extrusionOk="0">
                      <a:moveTo>
                        <a:pt x="142" y="1"/>
                      </a:moveTo>
                      <a:cubicBezTo>
                        <a:pt x="104" y="1"/>
                        <a:pt x="66" y="6"/>
                        <a:pt x="29" y="16"/>
                      </a:cubicBezTo>
                      <a:cubicBezTo>
                        <a:pt x="1" y="16"/>
                        <a:pt x="1" y="16"/>
                        <a:pt x="1" y="44"/>
                      </a:cubicBezTo>
                      <a:lnTo>
                        <a:pt x="29" y="72"/>
                      </a:lnTo>
                      <a:cubicBezTo>
                        <a:pt x="72" y="61"/>
                        <a:pt x="113" y="55"/>
                        <a:pt x="153" y="55"/>
                      </a:cubicBezTo>
                      <a:cubicBezTo>
                        <a:pt x="305" y="55"/>
                        <a:pt x="436" y="137"/>
                        <a:pt x="532" y="277"/>
                      </a:cubicBezTo>
                      <a:cubicBezTo>
                        <a:pt x="624" y="426"/>
                        <a:pt x="624" y="631"/>
                        <a:pt x="503" y="780"/>
                      </a:cubicBezTo>
                      <a:cubicBezTo>
                        <a:pt x="475" y="808"/>
                        <a:pt x="475" y="808"/>
                        <a:pt x="503" y="843"/>
                      </a:cubicBezTo>
                      <a:lnTo>
                        <a:pt x="532" y="843"/>
                      </a:lnTo>
                      <a:lnTo>
                        <a:pt x="532" y="808"/>
                      </a:lnTo>
                      <a:cubicBezTo>
                        <a:pt x="680" y="666"/>
                        <a:pt x="680" y="398"/>
                        <a:pt x="560" y="221"/>
                      </a:cubicBezTo>
                      <a:cubicBezTo>
                        <a:pt x="490" y="99"/>
                        <a:pt x="316" y="1"/>
                        <a:pt x="14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598;p37"/>
                <p:cNvSpPr/>
                <p:nvPr/>
              </p:nvSpPr>
              <p:spPr>
                <a:xfrm>
                  <a:off x="4234651" y="2704200"/>
                  <a:ext cx="6970" cy="17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" h="503" extrusionOk="0">
                      <a:moveTo>
                        <a:pt x="92" y="1"/>
                      </a:moveTo>
                      <a:cubicBezTo>
                        <a:pt x="29" y="64"/>
                        <a:pt x="0" y="177"/>
                        <a:pt x="0" y="269"/>
                      </a:cubicBezTo>
                      <a:cubicBezTo>
                        <a:pt x="29" y="383"/>
                        <a:pt x="92" y="475"/>
                        <a:pt x="177" y="503"/>
                      </a:cubicBezTo>
                      <a:lnTo>
                        <a:pt x="206" y="503"/>
                      </a:lnTo>
                      <a:lnTo>
                        <a:pt x="206" y="446"/>
                      </a:lnTo>
                      <a:cubicBezTo>
                        <a:pt x="121" y="418"/>
                        <a:pt x="64" y="354"/>
                        <a:pt x="64" y="269"/>
                      </a:cubicBezTo>
                      <a:cubicBezTo>
                        <a:pt x="64" y="177"/>
                        <a:pt x="92" y="93"/>
                        <a:pt x="149" y="29"/>
                      </a:cubicBezTo>
                      <a:lnTo>
                        <a:pt x="14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9" name="Google Shape;599;p37"/>
                <p:cNvGrpSpPr/>
                <p:nvPr/>
              </p:nvGrpSpPr>
              <p:grpSpPr>
                <a:xfrm>
                  <a:off x="3427734" y="2323833"/>
                  <a:ext cx="175743" cy="194657"/>
                  <a:chOff x="3306034" y="1949508"/>
                  <a:chExt cx="175743" cy="194657"/>
                </a:xfrm>
              </p:grpSpPr>
              <p:sp>
                <p:nvSpPr>
                  <p:cNvPr id="600" name="Google Shape;600;p37"/>
                  <p:cNvSpPr/>
                  <p:nvPr/>
                </p:nvSpPr>
                <p:spPr>
                  <a:xfrm>
                    <a:off x="3335979" y="1979047"/>
                    <a:ext cx="113719" cy="1569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61" h="4639" extrusionOk="0">
                        <a:moveTo>
                          <a:pt x="1704" y="1"/>
                        </a:moveTo>
                        <a:cubicBezTo>
                          <a:pt x="1639" y="1"/>
                          <a:pt x="1573" y="4"/>
                          <a:pt x="1507" y="12"/>
                        </a:cubicBezTo>
                        <a:cubicBezTo>
                          <a:pt x="708" y="104"/>
                          <a:pt x="92" y="748"/>
                          <a:pt x="35" y="1575"/>
                        </a:cubicBezTo>
                        <a:cubicBezTo>
                          <a:pt x="0" y="2134"/>
                          <a:pt x="269" y="2608"/>
                          <a:pt x="651" y="2934"/>
                        </a:cubicBezTo>
                        <a:cubicBezTo>
                          <a:pt x="884" y="3139"/>
                          <a:pt x="1061" y="3436"/>
                          <a:pt x="1097" y="3754"/>
                        </a:cubicBezTo>
                        <a:lnTo>
                          <a:pt x="1181" y="4405"/>
                        </a:lnTo>
                        <a:cubicBezTo>
                          <a:pt x="1181" y="4525"/>
                          <a:pt x="1302" y="4639"/>
                          <a:pt x="1450" y="4639"/>
                        </a:cubicBezTo>
                        <a:lnTo>
                          <a:pt x="1981" y="4639"/>
                        </a:lnTo>
                        <a:cubicBezTo>
                          <a:pt x="2122" y="4639"/>
                          <a:pt x="2243" y="4525"/>
                          <a:pt x="2243" y="4377"/>
                        </a:cubicBezTo>
                        <a:lnTo>
                          <a:pt x="2335" y="3754"/>
                        </a:lnTo>
                        <a:cubicBezTo>
                          <a:pt x="2363" y="3436"/>
                          <a:pt x="2511" y="3139"/>
                          <a:pt x="2745" y="2934"/>
                        </a:cubicBezTo>
                        <a:cubicBezTo>
                          <a:pt x="3127" y="2637"/>
                          <a:pt x="3360" y="2163"/>
                          <a:pt x="3360" y="1667"/>
                        </a:cubicBezTo>
                        <a:cubicBezTo>
                          <a:pt x="3334" y="729"/>
                          <a:pt x="2617" y="1"/>
                          <a:pt x="1704" y="1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1" name="Google Shape;601;p37"/>
                  <p:cNvSpPr/>
                  <p:nvPr/>
                </p:nvSpPr>
                <p:spPr>
                  <a:xfrm>
                    <a:off x="3371879" y="2112055"/>
                    <a:ext cx="44053" cy="321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02" h="949" extrusionOk="0">
                        <a:moveTo>
                          <a:pt x="0" y="0"/>
                        </a:moveTo>
                        <a:lnTo>
                          <a:pt x="0" y="297"/>
                        </a:lnTo>
                        <a:cubicBezTo>
                          <a:pt x="0" y="651"/>
                          <a:pt x="297" y="948"/>
                          <a:pt x="651" y="948"/>
                        </a:cubicBezTo>
                        <a:cubicBezTo>
                          <a:pt x="1005" y="920"/>
                          <a:pt x="1302" y="651"/>
                          <a:pt x="1302" y="269"/>
                        </a:cubicBezTo>
                        <a:lnTo>
                          <a:pt x="130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2" name="Google Shape;602;p37"/>
                  <p:cNvSpPr/>
                  <p:nvPr/>
                </p:nvSpPr>
                <p:spPr>
                  <a:xfrm>
                    <a:off x="3363014" y="2022762"/>
                    <a:ext cx="58907" cy="952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41" h="2816" extrusionOk="0">
                        <a:moveTo>
                          <a:pt x="1210" y="163"/>
                        </a:moveTo>
                        <a:cubicBezTo>
                          <a:pt x="1238" y="198"/>
                          <a:pt x="1267" y="255"/>
                          <a:pt x="1267" y="283"/>
                        </a:cubicBezTo>
                        <a:cubicBezTo>
                          <a:pt x="1295" y="375"/>
                          <a:pt x="1295" y="432"/>
                          <a:pt x="1295" y="489"/>
                        </a:cubicBezTo>
                        <a:cubicBezTo>
                          <a:pt x="1267" y="552"/>
                          <a:pt x="1238" y="581"/>
                          <a:pt x="1182" y="581"/>
                        </a:cubicBezTo>
                        <a:cubicBezTo>
                          <a:pt x="1118" y="581"/>
                          <a:pt x="1090" y="552"/>
                          <a:pt x="1090" y="489"/>
                        </a:cubicBezTo>
                        <a:cubicBezTo>
                          <a:pt x="1062" y="460"/>
                          <a:pt x="1062" y="404"/>
                          <a:pt x="1090" y="340"/>
                        </a:cubicBezTo>
                        <a:cubicBezTo>
                          <a:pt x="1118" y="283"/>
                          <a:pt x="1147" y="227"/>
                          <a:pt x="1210" y="163"/>
                        </a:cubicBezTo>
                        <a:close/>
                        <a:moveTo>
                          <a:pt x="616" y="227"/>
                        </a:moveTo>
                        <a:cubicBezTo>
                          <a:pt x="680" y="255"/>
                          <a:pt x="708" y="340"/>
                          <a:pt x="736" y="404"/>
                        </a:cubicBezTo>
                        <a:cubicBezTo>
                          <a:pt x="736" y="489"/>
                          <a:pt x="736" y="552"/>
                          <a:pt x="680" y="609"/>
                        </a:cubicBezTo>
                        <a:cubicBezTo>
                          <a:pt x="663" y="642"/>
                          <a:pt x="625" y="656"/>
                          <a:pt x="584" y="656"/>
                        </a:cubicBezTo>
                        <a:cubicBezTo>
                          <a:pt x="556" y="656"/>
                          <a:pt x="526" y="649"/>
                          <a:pt x="503" y="637"/>
                        </a:cubicBezTo>
                        <a:cubicBezTo>
                          <a:pt x="474" y="609"/>
                          <a:pt x="474" y="581"/>
                          <a:pt x="439" y="517"/>
                        </a:cubicBezTo>
                        <a:cubicBezTo>
                          <a:pt x="439" y="432"/>
                          <a:pt x="503" y="283"/>
                          <a:pt x="616" y="227"/>
                        </a:cubicBezTo>
                        <a:close/>
                        <a:moveTo>
                          <a:pt x="995" y="0"/>
                        </a:moveTo>
                        <a:cubicBezTo>
                          <a:pt x="861" y="0"/>
                          <a:pt x="730" y="70"/>
                          <a:pt x="616" y="135"/>
                        </a:cubicBezTo>
                        <a:cubicBezTo>
                          <a:pt x="559" y="107"/>
                          <a:pt x="531" y="107"/>
                          <a:pt x="474" y="78"/>
                        </a:cubicBezTo>
                        <a:cubicBezTo>
                          <a:pt x="326" y="78"/>
                          <a:pt x="206" y="107"/>
                          <a:pt x="149" y="163"/>
                        </a:cubicBezTo>
                        <a:cubicBezTo>
                          <a:pt x="0" y="340"/>
                          <a:pt x="121" y="729"/>
                          <a:pt x="206" y="991"/>
                        </a:cubicBezTo>
                        <a:cubicBezTo>
                          <a:pt x="234" y="1047"/>
                          <a:pt x="262" y="1111"/>
                          <a:pt x="262" y="1168"/>
                        </a:cubicBezTo>
                        <a:cubicBezTo>
                          <a:pt x="382" y="1642"/>
                          <a:pt x="503" y="2109"/>
                          <a:pt x="588" y="2583"/>
                        </a:cubicBezTo>
                        <a:lnTo>
                          <a:pt x="616" y="2788"/>
                        </a:lnTo>
                        <a:cubicBezTo>
                          <a:pt x="651" y="2788"/>
                          <a:pt x="651" y="2816"/>
                          <a:pt x="651" y="2816"/>
                        </a:cubicBezTo>
                        <a:lnTo>
                          <a:pt x="680" y="2816"/>
                        </a:lnTo>
                        <a:cubicBezTo>
                          <a:pt x="680" y="2788"/>
                          <a:pt x="708" y="2788"/>
                          <a:pt x="680" y="2759"/>
                        </a:cubicBezTo>
                        <a:lnTo>
                          <a:pt x="651" y="2583"/>
                        </a:lnTo>
                        <a:cubicBezTo>
                          <a:pt x="559" y="2109"/>
                          <a:pt x="439" y="1613"/>
                          <a:pt x="326" y="1139"/>
                        </a:cubicBezTo>
                        <a:cubicBezTo>
                          <a:pt x="326" y="1111"/>
                          <a:pt x="298" y="1047"/>
                          <a:pt x="262" y="963"/>
                        </a:cubicBezTo>
                        <a:cubicBezTo>
                          <a:pt x="177" y="729"/>
                          <a:pt x="57" y="340"/>
                          <a:pt x="177" y="198"/>
                        </a:cubicBezTo>
                        <a:cubicBezTo>
                          <a:pt x="234" y="135"/>
                          <a:pt x="326" y="135"/>
                          <a:pt x="474" y="135"/>
                        </a:cubicBezTo>
                        <a:cubicBezTo>
                          <a:pt x="503" y="163"/>
                          <a:pt x="531" y="163"/>
                          <a:pt x="559" y="198"/>
                        </a:cubicBezTo>
                        <a:cubicBezTo>
                          <a:pt x="439" y="283"/>
                          <a:pt x="382" y="404"/>
                          <a:pt x="382" y="552"/>
                        </a:cubicBezTo>
                        <a:cubicBezTo>
                          <a:pt x="411" y="609"/>
                          <a:pt x="439" y="665"/>
                          <a:pt x="474" y="694"/>
                        </a:cubicBezTo>
                        <a:cubicBezTo>
                          <a:pt x="507" y="707"/>
                          <a:pt x="545" y="716"/>
                          <a:pt x="582" y="716"/>
                        </a:cubicBezTo>
                        <a:cubicBezTo>
                          <a:pt x="642" y="716"/>
                          <a:pt x="701" y="694"/>
                          <a:pt x="736" y="637"/>
                        </a:cubicBezTo>
                        <a:cubicBezTo>
                          <a:pt x="793" y="581"/>
                          <a:pt x="793" y="489"/>
                          <a:pt x="793" y="404"/>
                        </a:cubicBezTo>
                        <a:cubicBezTo>
                          <a:pt x="765" y="312"/>
                          <a:pt x="736" y="255"/>
                          <a:pt x="651" y="198"/>
                        </a:cubicBezTo>
                        <a:cubicBezTo>
                          <a:pt x="761" y="127"/>
                          <a:pt x="875" y="60"/>
                          <a:pt x="990" y="60"/>
                        </a:cubicBezTo>
                        <a:cubicBezTo>
                          <a:pt x="1023" y="60"/>
                          <a:pt x="1057" y="66"/>
                          <a:pt x="1090" y="78"/>
                        </a:cubicBezTo>
                        <a:cubicBezTo>
                          <a:pt x="1118" y="78"/>
                          <a:pt x="1147" y="107"/>
                          <a:pt x="1147" y="135"/>
                        </a:cubicBezTo>
                        <a:cubicBezTo>
                          <a:pt x="1090" y="163"/>
                          <a:pt x="1062" y="255"/>
                          <a:pt x="1033" y="312"/>
                        </a:cubicBezTo>
                        <a:cubicBezTo>
                          <a:pt x="1005" y="404"/>
                          <a:pt x="1005" y="460"/>
                          <a:pt x="1033" y="517"/>
                        </a:cubicBezTo>
                        <a:cubicBezTo>
                          <a:pt x="1033" y="581"/>
                          <a:pt x="1090" y="637"/>
                          <a:pt x="1147" y="637"/>
                        </a:cubicBezTo>
                        <a:cubicBezTo>
                          <a:pt x="1159" y="641"/>
                          <a:pt x="1171" y="643"/>
                          <a:pt x="1183" y="643"/>
                        </a:cubicBezTo>
                        <a:cubicBezTo>
                          <a:pt x="1260" y="643"/>
                          <a:pt x="1328" y="568"/>
                          <a:pt x="1359" y="489"/>
                        </a:cubicBezTo>
                        <a:cubicBezTo>
                          <a:pt x="1387" y="432"/>
                          <a:pt x="1359" y="375"/>
                          <a:pt x="1323" y="283"/>
                        </a:cubicBezTo>
                        <a:cubicBezTo>
                          <a:pt x="1295" y="227"/>
                          <a:pt x="1267" y="163"/>
                          <a:pt x="1238" y="135"/>
                        </a:cubicBezTo>
                        <a:cubicBezTo>
                          <a:pt x="1267" y="107"/>
                          <a:pt x="1295" y="78"/>
                          <a:pt x="1323" y="78"/>
                        </a:cubicBezTo>
                        <a:cubicBezTo>
                          <a:pt x="1351" y="72"/>
                          <a:pt x="1381" y="68"/>
                          <a:pt x="1410" y="68"/>
                        </a:cubicBezTo>
                        <a:cubicBezTo>
                          <a:pt x="1506" y="68"/>
                          <a:pt x="1599" y="106"/>
                          <a:pt x="1621" y="198"/>
                        </a:cubicBezTo>
                        <a:cubicBezTo>
                          <a:pt x="1677" y="255"/>
                          <a:pt x="1649" y="340"/>
                          <a:pt x="1649" y="432"/>
                        </a:cubicBezTo>
                        <a:cubicBezTo>
                          <a:pt x="1621" y="665"/>
                          <a:pt x="1564" y="906"/>
                          <a:pt x="1500" y="1111"/>
                        </a:cubicBezTo>
                        <a:cubicBezTo>
                          <a:pt x="1472" y="1288"/>
                          <a:pt x="1415" y="1465"/>
                          <a:pt x="1387" y="1613"/>
                        </a:cubicBezTo>
                        <a:lnTo>
                          <a:pt x="1182" y="2731"/>
                        </a:lnTo>
                        <a:cubicBezTo>
                          <a:pt x="1182" y="2759"/>
                          <a:pt x="1210" y="2759"/>
                          <a:pt x="1210" y="2759"/>
                        </a:cubicBezTo>
                        <a:lnTo>
                          <a:pt x="1238" y="2759"/>
                        </a:lnTo>
                        <a:lnTo>
                          <a:pt x="1444" y="1642"/>
                        </a:lnTo>
                        <a:cubicBezTo>
                          <a:pt x="1472" y="1465"/>
                          <a:pt x="1536" y="1288"/>
                          <a:pt x="1564" y="1139"/>
                        </a:cubicBezTo>
                        <a:cubicBezTo>
                          <a:pt x="1621" y="906"/>
                          <a:pt x="1677" y="665"/>
                          <a:pt x="1712" y="432"/>
                        </a:cubicBezTo>
                        <a:cubicBezTo>
                          <a:pt x="1712" y="340"/>
                          <a:pt x="1741" y="255"/>
                          <a:pt x="1677" y="163"/>
                        </a:cubicBezTo>
                        <a:cubicBezTo>
                          <a:pt x="1631" y="71"/>
                          <a:pt x="1506" y="12"/>
                          <a:pt x="1396" y="12"/>
                        </a:cubicBezTo>
                        <a:cubicBezTo>
                          <a:pt x="1370" y="12"/>
                          <a:pt x="1346" y="15"/>
                          <a:pt x="1323" y="22"/>
                        </a:cubicBezTo>
                        <a:cubicBezTo>
                          <a:pt x="1267" y="50"/>
                          <a:pt x="1238" y="50"/>
                          <a:pt x="1210" y="78"/>
                        </a:cubicBezTo>
                        <a:cubicBezTo>
                          <a:pt x="1182" y="50"/>
                          <a:pt x="1147" y="50"/>
                          <a:pt x="1118" y="22"/>
                        </a:cubicBezTo>
                        <a:cubicBezTo>
                          <a:pt x="1077" y="7"/>
                          <a:pt x="1036" y="0"/>
                          <a:pt x="99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3" name="Google Shape;603;p37"/>
                  <p:cNvSpPr/>
                  <p:nvPr/>
                </p:nvSpPr>
                <p:spPr>
                  <a:xfrm>
                    <a:off x="3306034" y="2019413"/>
                    <a:ext cx="19184" cy="504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7" h="149" extrusionOk="0">
                        <a:moveTo>
                          <a:pt x="36" y="0"/>
                        </a:moveTo>
                        <a:lnTo>
                          <a:pt x="1" y="29"/>
                        </a:lnTo>
                        <a:cubicBezTo>
                          <a:pt x="1" y="57"/>
                          <a:pt x="1" y="57"/>
                          <a:pt x="36" y="57"/>
                        </a:cubicBezTo>
                        <a:lnTo>
                          <a:pt x="531" y="149"/>
                        </a:lnTo>
                        <a:cubicBezTo>
                          <a:pt x="567" y="149"/>
                          <a:pt x="567" y="121"/>
                          <a:pt x="567" y="121"/>
                        </a:cubicBezTo>
                        <a:cubicBezTo>
                          <a:pt x="567" y="85"/>
                          <a:pt x="567" y="85"/>
                          <a:pt x="531" y="85"/>
                        </a:cubicBezTo>
                        <a:lnTo>
                          <a:pt x="36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4" name="Google Shape;604;p37"/>
                  <p:cNvSpPr/>
                  <p:nvPr/>
                </p:nvSpPr>
                <p:spPr>
                  <a:xfrm>
                    <a:off x="3321125" y="1977761"/>
                    <a:ext cx="14887" cy="146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0" h="432" extrusionOk="0">
                        <a:moveTo>
                          <a:pt x="29" y="0"/>
                        </a:moveTo>
                        <a:cubicBezTo>
                          <a:pt x="22" y="0"/>
                          <a:pt x="15" y="7"/>
                          <a:pt x="0" y="22"/>
                        </a:cubicBezTo>
                        <a:lnTo>
                          <a:pt x="0" y="50"/>
                        </a:lnTo>
                        <a:lnTo>
                          <a:pt x="411" y="404"/>
                        </a:lnTo>
                        <a:lnTo>
                          <a:pt x="411" y="432"/>
                        </a:lnTo>
                        <a:cubicBezTo>
                          <a:pt x="439" y="432"/>
                          <a:pt x="439" y="404"/>
                          <a:pt x="439" y="404"/>
                        </a:cubicBezTo>
                        <a:lnTo>
                          <a:pt x="439" y="375"/>
                        </a:lnTo>
                        <a:lnTo>
                          <a:pt x="57" y="22"/>
                        </a:lnTo>
                        <a:cubicBezTo>
                          <a:pt x="43" y="7"/>
                          <a:pt x="36" y="0"/>
                          <a:pt x="29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5" name="Google Shape;605;p37"/>
                  <p:cNvSpPr/>
                  <p:nvPr/>
                </p:nvSpPr>
                <p:spPr>
                  <a:xfrm>
                    <a:off x="3374992" y="1950455"/>
                    <a:ext cx="5041" cy="191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9" h="567" extrusionOk="0">
                        <a:moveTo>
                          <a:pt x="28" y="1"/>
                        </a:moveTo>
                        <a:cubicBezTo>
                          <a:pt x="28" y="36"/>
                          <a:pt x="0" y="36"/>
                          <a:pt x="0" y="65"/>
                        </a:cubicBezTo>
                        <a:cubicBezTo>
                          <a:pt x="28" y="121"/>
                          <a:pt x="28" y="213"/>
                          <a:pt x="57" y="298"/>
                        </a:cubicBezTo>
                        <a:cubicBezTo>
                          <a:pt x="57" y="390"/>
                          <a:pt x="85" y="447"/>
                          <a:pt x="85" y="532"/>
                        </a:cubicBezTo>
                        <a:lnTo>
                          <a:pt x="120" y="567"/>
                        </a:lnTo>
                        <a:cubicBezTo>
                          <a:pt x="149" y="532"/>
                          <a:pt x="149" y="532"/>
                          <a:pt x="149" y="503"/>
                        </a:cubicBezTo>
                        <a:cubicBezTo>
                          <a:pt x="149" y="447"/>
                          <a:pt x="120" y="355"/>
                          <a:pt x="120" y="270"/>
                        </a:cubicBezTo>
                        <a:cubicBezTo>
                          <a:pt x="85" y="178"/>
                          <a:pt x="85" y="93"/>
                          <a:pt x="57" y="36"/>
                        </a:cubicBezTo>
                        <a:cubicBezTo>
                          <a:pt x="57" y="36"/>
                          <a:pt x="57" y="1"/>
                          <a:pt x="28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6" name="Google Shape;606;p37"/>
                  <p:cNvSpPr/>
                  <p:nvPr/>
                </p:nvSpPr>
                <p:spPr>
                  <a:xfrm>
                    <a:off x="3409944" y="1949508"/>
                    <a:ext cx="3857" cy="220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" h="652" extrusionOk="0">
                        <a:moveTo>
                          <a:pt x="85" y="1"/>
                        </a:moveTo>
                        <a:cubicBezTo>
                          <a:pt x="85" y="1"/>
                          <a:pt x="57" y="1"/>
                          <a:pt x="57" y="29"/>
                        </a:cubicBezTo>
                        <a:lnTo>
                          <a:pt x="0" y="623"/>
                        </a:lnTo>
                        <a:cubicBezTo>
                          <a:pt x="0" y="623"/>
                          <a:pt x="0" y="651"/>
                          <a:pt x="28" y="651"/>
                        </a:cubicBezTo>
                        <a:lnTo>
                          <a:pt x="57" y="623"/>
                        </a:lnTo>
                        <a:lnTo>
                          <a:pt x="113" y="29"/>
                        </a:lnTo>
                        <a:cubicBezTo>
                          <a:pt x="113" y="1"/>
                          <a:pt x="113" y="1"/>
                          <a:pt x="8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7" name="Google Shape;607;p37"/>
                  <p:cNvSpPr/>
                  <p:nvPr/>
                </p:nvSpPr>
                <p:spPr>
                  <a:xfrm>
                    <a:off x="3447739" y="1987573"/>
                    <a:ext cx="19895" cy="1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8" h="411" extrusionOk="0">
                        <a:moveTo>
                          <a:pt x="531" y="0"/>
                        </a:moveTo>
                        <a:lnTo>
                          <a:pt x="29" y="354"/>
                        </a:lnTo>
                        <a:cubicBezTo>
                          <a:pt x="1" y="354"/>
                          <a:pt x="1" y="382"/>
                          <a:pt x="29" y="382"/>
                        </a:cubicBezTo>
                        <a:lnTo>
                          <a:pt x="29" y="411"/>
                        </a:lnTo>
                        <a:lnTo>
                          <a:pt x="57" y="411"/>
                        </a:lnTo>
                        <a:lnTo>
                          <a:pt x="560" y="57"/>
                        </a:lnTo>
                        <a:cubicBezTo>
                          <a:pt x="560" y="29"/>
                          <a:pt x="588" y="29"/>
                          <a:pt x="56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8" name="Google Shape;608;p37"/>
                  <p:cNvSpPr/>
                  <p:nvPr/>
                </p:nvSpPr>
                <p:spPr>
                  <a:xfrm>
                    <a:off x="3461645" y="2026349"/>
                    <a:ext cx="20132" cy="31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5" h="93" extrusionOk="0">
                        <a:moveTo>
                          <a:pt x="35" y="1"/>
                        </a:moveTo>
                        <a:cubicBezTo>
                          <a:pt x="0" y="1"/>
                          <a:pt x="0" y="1"/>
                          <a:pt x="0" y="29"/>
                        </a:cubicBezTo>
                        <a:cubicBezTo>
                          <a:pt x="0" y="29"/>
                          <a:pt x="0" y="57"/>
                          <a:pt x="35" y="57"/>
                        </a:cubicBezTo>
                        <a:lnTo>
                          <a:pt x="566" y="92"/>
                        </a:lnTo>
                        <a:cubicBezTo>
                          <a:pt x="594" y="92"/>
                          <a:pt x="594" y="57"/>
                          <a:pt x="594" y="57"/>
                        </a:cubicBezTo>
                        <a:cubicBezTo>
                          <a:pt x="594" y="29"/>
                          <a:pt x="594" y="29"/>
                          <a:pt x="566" y="29"/>
                        </a:cubicBez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09" name="Google Shape;609;p37"/>
                  <p:cNvSpPr/>
                  <p:nvPr/>
                </p:nvSpPr>
                <p:spPr>
                  <a:xfrm>
                    <a:off x="3346028" y="1991397"/>
                    <a:ext cx="36880" cy="5606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0" h="1657" extrusionOk="0">
                        <a:moveTo>
                          <a:pt x="1033" y="1"/>
                        </a:moveTo>
                        <a:cubicBezTo>
                          <a:pt x="708" y="64"/>
                          <a:pt x="411" y="298"/>
                          <a:pt x="234" y="623"/>
                        </a:cubicBezTo>
                        <a:cubicBezTo>
                          <a:pt x="57" y="913"/>
                          <a:pt x="0" y="1302"/>
                          <a:pt x="120" y="1621"/>
                        </a:cubicBezTo>
                        <a:cubicBezTo>
                          <a:pt x="120" y="1621"/>
                          <a:pt x="120" y="1656"/>
                          <a:pt x="149" y="1656"/>
                        </a:cubicBezTo>
                        <a:cubicBezTo>
                          <a:pt x="149" y="1656"/>
                          <a:pt x="177" y="1621"/>
                          <a:pt x="149" y="1592"/>
                        </a:cubicBezTo>
                        <a:cubicBezTo>
                          <a:pt x="57" y="1302"/>
                          <a:pt x="120" y="913"/>
                          <a:pt x="269" y="652"/>
                        </a:cubicBezTo>
                        <a:cubicBezTo>
                          <a:pt x="446" y="354"/>
                          <a:pt x="736" y="121"/>
                          <a:pt x="1061" y="64"/>
                        </a:cubicBezTo>
                        <a:cubicBezTo>
                          <a:pt x="1061" y="29"/>
                          <a:pt x="1090" y="29"/>
                          <a:pt x="1090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10" name="Google Shape;610;p37"/>
              <p:cNvGrpSpPr/>
              <p:nvPr/>
            </p:nvGrpSpPr>
            <p:grpSpPr>
              <a:xfrm>
                <a:off x="6350423" y="1987207"/>
                <a:ext cx="2348409" cy="2480360"/>
                <a:chOff x="2970924" y="3808142"/>
                <a:chExt cx="996524" cy="1052516"/>
              </a:xfrm>
            </p:grpSpPr>
            <p:sp>
              <p:nvSpPr>
                <p:cNvPr id="611" name="Google Shape;611;p37"/>
                <p:cNvSpPr/>
                <p:nvPr/>
              </p:nvSpPr>
              <p:spPr>
                <a:xfrm>
                  <a:off x="3598308" y="4002867"/>
                  <a:ext cx="137675" cy="167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9" h="4964" extrusionOk="0">
                      <a:moveTo>
                        <a:pt x="3189" y="1"/>
                      </a:moveTo>
                      <a:cubicBezTo>
                        <a:pt x="2810" y="1"/>
                        <a:pt x="2319" y="494"/>
                        <a:pt x="2095" y="713"/>
                      </a:cubicBezTo>
                      <a:cubicBezTo>
                        <a:pt x="1918" y="925"/>
                        <a:pt x="1713" y="1159"/>
                        <a:pt x="1479" y="1364"/>
                      </a:cubicBezTo>
                      <a:cubicBezTo>
                        <a:pt x="1239" y="1569"/>
                        <a:pt x="977" y="1689"/>
                        <a:pt x="708" y="1866"/>
                      </a:cubicBezTo>
                      <a:cubicBezTo>
                        <a:pt x="503" y="2043"/>
                        <a:pt x="298" y="2220"/>
                        <a:pt x="177" y="2453"/>
                      </a:cubicBezTo>
                      <a:cubicBezTo>
                        <a:pt x="64" y="2659"/>
                        <a:pt x="29" y="2871"/>
                        <a:pt x="29" y="3104"/>
                      </a:cubicBezTo>
                      <a:cubicBezTo>
                        <a:pt x="1" y="3635"/>
                        <a:pt x="149" y="4222"/>
                        <a:pt x="595" y="4547"/>
                      </a:cubicBezTo>
                      <a:cubicBezTo>
                        <a:pt x="736" y="4668"/>
                        <a:pt x="913" y="4753"/>
                        <a:pt x="1090" y="4816"/>
                      </a:cubicBezTo>
                      <a:cubicBezTo>
                        <a:pt x="1361" y="4912"/>
                        <a:pt x="1659" y="4964"/>
                        <a:pt x="1949" y="4964"/>
                      </a:cubicBezTo>
                      <a:cubicBezTo>
                        <a:pt x="2197" y="4964"/>
                        <a:pt x="2439" y="4926"/>
                        <a:pt x="2653" y="4845"/>
                      </a:cubicBezTo>
                      <a:cubicBezTo>
                        <a:pt x="2894" y="4781"/>
                        <a:pt x="3099" y="4547"/>
                        <a:pt x="3276" y="4371"/>
                      </a:cubicBezTo>
                      <a:cubicBezTo>
                        <a:pt x="3453" y="4194"/>
                        <a:pt x="3630" y="3989"/>
                        <a:pt x="3743" y="3755"/>
                      </a:cubicBezTo>
                      <a:cubicBezTo>
                        <a:pt x="3891" y="3515"/>
                        <a:pt x="3983" y="3225"/>
                        <a:pt x="4040" y="2927"/>
                      </a:cubicBezTo>
                      <a:cubicBezTo>
                        <a:pt x="4068" y="2574"/>
                        <a:pt x="4068" y="2220"/>
                        <a:pt x="4068" y="1866"/>
                      </a:cubicBezTo>
                      <a:cubicBezTo>
                        <a:pt x="4040" y="1244"/>
                        <a:pt x="3835" y="685"/>
                        <a:pt x="3509" y="183"/>
                      </a:cubicBezTo>
                      <a:cubicBezTo>
                        <a:pt x="3423" y="53"/>
                        <a:pt x="3312" y="1"/>
                        <a:pt x="318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37"/>
                <p:cNvSpPr/>
                <p:nvPr/>
              </p:nvSpPr>
              <p:spPr>
                <a:xfrm>
                  <a:off x="2972142" y="4023405"/>
                  <a:ext cx="272169" cy="46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44" h="13612" extrusionOk="0">
                      <a:moveTo>
                        <a:pt x="532" y="1"/>
                      </a:moveTo>
                      <a:cubicBezTo>
                        <a:pt x="504" y="1"/>
                        <a:pt x="473" y="15"/>
                        <a:pt x="439" y="50"/>
                      </a:cubicBezTo>
                      <a:cubicBezTo>
                        <a:pt x="382" y="78"/>
                        <a:pt x="382" y="142"/>
                        <a:pt x="382" y="198"/>
                      </a:cubicBezTo>
                      <a:cubicBezTo>
                        <a:pt x="354" y="347"/>
                        <a:pt x="354" y="495"/>
                        <a:pt x="382" y="672"/>
                      </a:cubicBezTo>
                      <a:cubicBezTo>
                        <a:pt x="363" y="653"/>
                        <a:pt x="345" y="646"/>
                        <a:pt x="328" y="646"/>
                      </a:cubicBezTo>
                      <a:cubicBezTo>
                        <a:pt x="287" y="646"/>
                        <a:pt x="253" y="689"/>
                        <a:pt x="234" y="729"/>
                      </a:cubicBezTo>
                      <a:cubicBezTo>
                        <a:pt x="177" y="877"/>
                        <a:pt x="205" y="990"/>
                        <a:pt x="113" y="1111"/>
                      </a:cubicBezTo>
                      <a:cubicBezTo>
                        <a:pt x="28" y="1259"/>
                        <a:pt x="0" y="1408"/>
                        <a:pt x="28" y="1556"/>
                      </a:cubicBezTo>
                      <a:cubicBezTo>
                        <a:pt x="28" y="1670"/>
                        <a:pt x="85" y="1790"/>
                        <a:pt x="142" y="1910"/>
                      </a:cubicBezTo>
                      <a:cubicBezTo>
                        <a:pt x="318" y="2292"/>
                        <a:pt x="587" y="2794"/>
                        <a:pt x="941" y="3028"/>
                      </a:cubicBezTo>
                      <a:cubicBezTo>
                        <a:pt x="1323" y="3233"/>
                        <a:pt x="1769" y="3410"/>
                        <a:pt x="2087" y="3735"/>
                      </a:cubicBezTo>
                      <a:cubicBezTo>
                        <a:pt x="2179" y="3820"/>
                        <a:pt x="2207" y="3969"/>
                        <a:pt x="2264" y="4089"/>
                      </a:cubicBezTo>
                      <a:cubicBezTo>
                        <a:pt x="2858" y="5829"/>
                        <a:pt x="3148" y="7654"/>
                        <a:pt x="3594" y="9451"/>
                      </a:cubicBezTo>
                      <a:cubicBezTo>
                        <a:pt x="3827" y="10364"/>
                        <a:pt x="4096" y="11340"/>
                        <a:pt x="4478" y="12225"/>
                      </a:cubicBezTo>
                      <a:cubicBezTo>
                        <a:pt x="4627" y="12578"/>
                        <a:pt x="5037" y="13314"/>
                        <a:pt x="5391" y="13519"/>
                      </a:cubicBezTo>
                      <a:cubicBezTo>
                        <a:pt x="5481" y="13586"/>
                        <a:pt x="5552" y="13611"/>
                        <a:pt x="5618" y="13611"/>
                      </a:cubicBezTo>
                      <a:cubicBezTo>
                        <a:pt x="5789" y="13611"/>
                        <a:pt x="5916" y="13437"/>
                        <a:pt x="6218" y="13371"/>
                      </a:cubicBezTo>
                      <a:cubicBezTo>
                        <a:pt x="6600" y="13314"/>
                        <a:pt x="6862" y="13052"/>
                        <a:pt x="7131" y="12783"/>
                      </a:cubicBezTo>
                      <a:cubicBezTo>
                        <a:pt x="7513" y="12373"/>
                        <a:pt x="8015" y="11814"/>
                        <a:pt x="8015" y="11192"/>
                      </a:cubicBezTo>
                      <a:cubicBezTo>
                        <a:pt x="8044" y="10718"/>
                        <a:pt x="7867" y="10102"/>
                        <a:pt x="7633" y="9692"/>
                      </a:cubicBezTo>
                      <a:cubicBezTo>
                        <a:pt x="7605" y="9572"/>
                        <a:pt x="7541" y="9480"/>
                        <a:pt x="7485" y="9366"/>
                      </a:cubicBezTo>
                      <a:cubicBezTo>
                        <a:pt x="6898" y="8334"/>
                        <a:pt x="6042" y="7421"/>
                        <a:pt x="5511" y="6360"/>
                      </a:cubicBezTo>
                      <a:cubicBezTo>
                        <a:pt x="5391" y="6119"/>
                        <a:pt x="5270" y="5858"/>
                        <a:pt x="5157" y="5624"/>
                      </a:cubicBezTo>
                      <a:cubicBezTo>
                        <a:pt x="4832" y="4881"/>
                        <a:pt x="4506" y="4174"/>
                        <a:pt x="4153" y="3466"/>
                      </a:cubicBezTo>
                      <a:cubicBezTo>
                        <a:pt x="4068" y="3290"/>
                        <a:pt x="4004" y="3113"/>
                        <a:pt x="3919" y="2936"/>
                      </a:cubicBezTo>
                      <a:cubicBezTo>
                        <a:pt x="3856" y="2851"/>
                        <a:pt x="3827" y="2759"/>
                        <a:pt x="3799" y="2674"/>
                      </a:cubicBezTo>
                      <a:cubicBezTo>
                        <a:pt x="3771" y="2618"/>
                        <a:pt x="3771" y="2554"/>
                        <a:pt x="3742" y="2497"/>
                      </a:cubicBezTo>
                      <a:cubicBezTo>
                        <a:pt x="3622" y="2200"/>
                        <a:pt x="3389" y="1910"/>
                        <a:pt x="3148" y="1733"/>
                      </a:cubicBezTo>
                      <a:cubicBezTo>
                        <a:pt x="2971" y="1585"/>
                        <a:pt x="2766" y="1464"/>
                        <a:pt x="2589" y="1344"/>
                      </a:cubicBezTo>
                      <a:cubicBezTo>
                        <a:pt x="2384" y="1167"/>
                        <a:pt x="2151" y="1054"/>
                        <a:pt x="1946" y="877"/>
                      </a:cubicBezTo>
                      <a:cubicBezTo>
                        <a:pt x="1677" y="672"/>
                        <a:pt x="1443" y="495"/>
                        <a:pt x="1203" y="283"/>
                      </a:cubicBezTo>
                      <a:cubicBezTo>
                        <a:pt x="1157" y="260"/>
                        <a:pt x="1093" y="219"/>
                        <a:pt x="1036" y="219"/>
                      </a:cubicBezTo>
                      <a:cubicBezTo>
                        <a:pt x="1023" y="219"/>
                        <a:pt x="1010" y="221"/>
                        <a:pt x="998" y="226"/>
                      </a:cubicBezTo>
                      <a:cubicBezTo>
                        <a:pt x="941" y="255"/>
                        <a:pt x="913" y="318"/>
                        <a:pt x="913" y="375"/>
                      </a:cubicBezTo>
                      <a:cubicBezTo>
                        <a:pt x="849" y="608"/>
                        <a:pt x="998" y="785"/>
                        <a:pt x="1174" y="934"/>
                      </a:cubicBezTo>
                      <a:cubicBezTo>
                        <a:pt x="1380" y="1139"/>
                        <a:pt x="1620" y="1288"/>
                        <a:pt x="1769" y="1521"/>
                      </a:cubicBezTo>
                      <a:cubicBezTo>
                        <a:pt x="1928" y="1758"/>
                        <a:pt x="1846" y="1846"/>
                        <a:pt x="1695" y="1846"/>
                      </a:cubicBezTo>
                      <a:cubicBezTo>
                        <a:pt x="1544" y="1846"/>
                        <a:pt x="1323" y="1758"/>
                        <a:pt x="1203" y="1641"/>
                      </a:cubicBezTo>
                      <a:cubicBezTo>
                        <a:pt x="1090" y="1521"/>
                        <a:pt x="1026" y="1344"/>
                        <a:pt x="969" y="1203"/>
                      </a:cubicBezTo>
                      <a:cubicBezTo>
                        <a:pt x="849" y="962"/>
                        <a:pt x="821" y="700"/>
                        <a:pt x="764" y="432"/>
                      </a:cubicBezTo>
                      <a:cubicBezTo>
                        <a:pt x="741" y="361"/>
                        <a:pt x="673" y="1"/>
                        <a:pt x="532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37"/>
                <p:cNvSpPr/>
                <p:nvPr/>
              </p:nvSpPr>
              <p:spPr>
                <a:xfrm>
                  <a:off x="2970924" y="4022187"/>
                  <a:ext cx="274334" cy="462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08" h="13676" extrusionOk="0">
                      <a:moveTo>
                        <a:pt x="567" y="57"/>
                      </a:moveTo>
                      <a:cubicBezTo>
                        <a:pt x="652" y="57"/>
                        <a:pt x="708" y="319"/>
                        <a:pt x="743" y="439"/>
                      </a:cubicBezTo>
                      <a:cubicBezTo>
                        <a:pt x="743" y="439"/>
                        <a:pt x="743" y="468"/>
                        <a:pt x="772" y="468"/>
                      </a:cubicBezTo>
                      <a:cubicBezTo>
                        <a:pt x="772" y="560"/>
                        <a:pt x="800" y="644"/>
                        <a:pt x="828" y="736"/>
                      </a:cubicBezTo>
                      <a:cubicBezTo>
                        <a:pt x="857" y="913"/>
                        <a:pt x="885" y="1090"/>
                        <a:pt x="977" y="1267"/>
                      </a:cubicBezTo>
                      <a:cubicBezTo>
                        <a:pt x="1034" y="1416"/>
                        <a:pt x="1126" y="1557"/>
                        <a:pt x="1210" y="1706"/>
                      </a:cubicBezTo>
                      <a:cubicBezTo>
                        <a:pt x="1331" y="1826"/>
                        <a:pt x="1564" y="1911"/>
                        <a:pt x="1741" y="1911"/>
                      </a:cubicBezTo>
                      <a:cubicBezTo>
                        <a:pt x="1833" y="1911"/>
                        <a:pt x="1890" y="1882"/>
                        <a:pt x="1890" y="1854"/>
                      </a:cubicBezTo>
                      <a:cubicBezTo>
                        <a:pt x="1946" y="1769"/>
                        <a:pt x="1918" y="1677"/>
                        <a:pt x="1833" y="1557"/>
                      </a:cubicBezTo>
                      <a:cubicBezTo>
                        <a:pt x="1713" y="1380"/>
                        <a:pt x="1536" y="1239"/>
                        <a:pt x="1387" y="1090"/>
                      </a:cubicBezTo>
                      <a:cubicBezTo>
                        <a:pt x="1331" y="1062"/>
                        <a:pt x="1274" y="998"/>
                        <a:pt x="1210" y="942"/>
                      </a:cubicBezTo>
                      <a:cubicBezTo>
                        <a:pt x="1034" y="765"/>
                        <a:pt x="949" y="588"/>
                        <a:pt x="977" y="411"/>
                      </a:cubicBezTo>
                      <a:cubicBezTo>
                        <a:pt x="977" y="383"/>
                        <a:pt x="1005" y="319"/>
                        <a:pt x="1034" y="291"/>
                      </a:cubicBezTo>
                      <a:cubicBezTo>
                        <a:pt x="1097" y="291"/>
                        <a:pt x="1154" y="319"/>
                        <a:pt x="1210" y="354"/>
                      </a:cubicBezTo>
                      <a:lnTo>
                        <a:pt x="1946" y="942"/>
                      </a:lnTo>
                      <a:cubicBezTo>
                        <a:pt x="2066" y="1026"/>
                        <a:pt x="2187" y="1090"/>
                        <a:pt x="2300" y="1175"/>
                      </a:cubicBezTo>
                      <a:cubicBezTo>
                        <a:pt x="2392" y="1239"/>
                        <a:pt x="2512" y="1324"/>
                        <a:pt x="2625" y="1380"/>
                      </a:cubicBezTo>
                      <a:cubicBezTo>
                        <a:pt x="2717" y="1472"/>
                        <a:pt x="2802" y="1529"/>
                        <a:pt x="2866" y="1557"/>
                      </a:cubicBezTo>
                      <a:cubicBezTo>
                        <a:pt x="2979" y="1649"/>
                        <a:pt x="3071" y="1706"/>
                        <a:pt x="3156" y="1769"/>
                      </a:cubicBezTo>
                      <a:cubicBezTo>
                        <a:pt x="3425" y="1974"/>
                        <a:pt x="3630" y="2236"/>
                        <a:pt x="3750" y="2533"/>
                      </a:cubicBezTo>
                      <a:cubicBezTo>
                        <a:pt x="3778" y="2590"/>
                        <a:pt x="3807" y="2654"/>
                        <a:pt x="3807" y="2710"/>
                      </a:cubicBezTo>
                      <a:cubicBezTo>
                        <a:pt x="3835" y="2795"/>
                        <a:pt x="3863" y="2887"/>
                        <a:pt x="3927" y="2972"/>
                      </a:cubicBezTo>
                      <a:cubicBezTo>
                        <a:pt x="4012" y="3149"/>
                        <a:pt x="4104" y="3326"/>
                        <a:pt x="4160" y="3502"/>
                      </a:cubicBezTo>
                      <a:cubicBezTo>
                        <a:pt x="4366" y="3920"/>
                        <a:pt x="4542" y="4302"/>
                        <a:pt x="4719" y="4712"/>
                      </a:cubicBezTo>
                      <a:cubicBezTo>
                        <a:pt x="4868" y="5038"/>
                        <a:pt x="5016" y="5335"/>
                        <a:pt x="5165" y="5660"/>
                      </a:cubicBezTo>
                      <a:cubicBezTo>
                        <a:pt x="5306" y="5950"/>
                        <a:pt x="5427" y="6191"/>
                        <a:pt x="5519" y="6396"/>
                      </a:cubicBezTo>
                      <a:cubicBezTo>
                        <a:pt x="5809" y="7011"/>
                        <a:pt x="6226" y="7542"/>
                        <a:pt x="6608" y="8101"/>
                      </a:cubicBezTo>
                      <a:cubicBezTo>
                        <a:pt x="6898" y="8518"/>
                        <a:pt x="7224" y="8957"/>
                        <a:pt x="7492" y="9431"/>
                      </a:cubicBezTo>
                      <a:cubicBezTo>
                        <a:pt x="7549" y="9551"/>
                        <a:pt x="7606" y="9636"/>
                        <a:pt x="7669" y="9756"/>
                      </a:cubicBezTo>
                      <a:cubicBezTo>
                        <a:pt x="7846" y="10110"/>
                        <a:pt x="8051" y="10725"/>
                        <a:pt x="8023" y="11228"/>
                      </a:cubicBezTo>
                      <a:cubicBezTo>
                        <a:pt x="8023" y="11815"/>
                        <a:pt x="7549" y="12381"/>
                        <a:pt x="7139" y="12791"/>
                      </a:cubicBezTo>
                      <a:cubicBezTo>
                        <a:pt x="6898" y="13053"/>
                        <a:pt x="6608" y="13322"/>
                        <a:pt x="6254" y="13378"/>
                      </a:cubicBezTo>
                      <a:cubicBezTo>
                        <a:pt x="6106" y="13407"/>
                        <a:pt x="5986" y="13499"/>
                        <a:pt x="5901" y="13527"/>
                      </a:cubicBezTo>
                      <a:cubicBezTo>
                        <a:pt x="5809" y="13583"/>
                        <a:pt x="5724" y="13619"/>
                        <a:pt x="5660" y="13619"/>
                      </a:cubicBezTo>
                      <a:cubicBezTo>
                        <a:pt x="5575" y="13619"/>
                        <a:pt x="5519" y="13583"/>
                        <a:pt x="5427" y="13527"/>
                      </a:cubicBezTo>
                      <a:cubicBezTo>
                        <a:pt x="5101" y="13322"/>
                        <a:pt x="4691" y="12586"/>
                        <a:pt x="4542" y="12232"/>
                      </a:cubicBezTo>
                      <a:cubicBezTo>
                        <a:pt x="4160" y="11320"/>
                        <a:pt x="3892" y="10372"/>
                        <a:pt x="3658" y="9459"/>
                      </a:cubicBezTo>
                      <a:cubicBezTo>
                        <a:pt x="3481" y="8844"/>
                        <a:pt x="3361" y="8193"/>
                        <a:pt x="3220" y="7542"/>
                      </a:cubicBezTo>
                      <a:cubicBezTo>
                        <a:pt x="2951" y="6396"/>
                        <a:pt x="2717" y="5243"/>
                        <a:pt x="2335" y="4125"/>
                      </a:cubicBezTo>
                      <a:cubicBezTo>
                        <a:pt x="2272" y="4005"/>
                        <a:pt x="2243" y="3856"/>
                        <a:pt x="2123" y="3743"/>
                      </a:cubicBezTo>
                      <a:cubicBezTo>
                        <a:pt x="1918" y="3502"/>
                        <a:pt x="1628" y="3361"/>
                        <a:pt x="1359" y="3212"/>
                      </a:cubicBezTo>
                      <a:cubicBezTo>
                        <a:pt x="1239" y="3149"/>
                        <a:pt x="1126" y="3092"/>
                        <a:pt x="1005" y="3036"/>
                      </a:cubicBezTo>
                      <a:cubicBezTo>
                        <a:pt x="623" y="2795"/>
                        <a:pt x="326" y="2208"/>
                        <a:pt x="213" y="1946"/>
                      </a:cubicBezTo>
                      <a:cubicBezTo>
                        <a:pt x="149" y="1826"/>
                        <a:pt x="93" y="1706"/>
                        <a:pt x="93" y="1592"/>
                      </a:cubicBezTo>
                      <a:cubicBezTo>
                        <a:pt x="64" y="1444"/>
                        <a:pt x="93" y="1295"/>
                        <a:pt x="178" y="1175"/>
                      </a:cubicBezTo>
                      <a:cubicBezTo>
                        <a:pt x="241" y="1090"/>
                        <a:pt x="241" y="1026"/>
                        <a:pt x="241" y="970"/>
                      </a:cubicBezTo>
                      <a:cubicBezTo>
                        <a:pt x="270" y="913"/>
                        <a:pt x="270" y="850"/>
                        <a:pt x="298" y="793"/>
                      </a:cubicBezTo>
                      <a:cubicBezTo>
                        <a:pt x="326" y="736"/>
                        <a:pt x="354" y="708"/>
                        <a:pt x="390" y="708"/>
                      </a:cubicBezTo>
                      <a:cubicBezTo>
                        <a:pt x="404" y="722"/>
                        <a:pt x="411" y="729"/>
                        <a:pt x="415" y="729"/>
                      </a:cubicBezTo>
                      <a:cubicBezTo>
                        <a:pt x="418" y="729"/>
                        <a:pt x="418" y="722"/>
                        <a:pt x="418" y="708"/>
                      </a:cubicBezTo>
                      <a:cubicBezTo>
                        <a:pt x="446" y="708"/>
                        <a:pt x="446" y="708"/>
                        <a:pt x="446" y="673"/>
                      </a:cubicBezTo>
                      <a:cubicBezTo>
                        <a:pt x="418" y="531"/>
                        <a:pt x="418" y="383"/>
                        <a:pt x="446" y="234"/>
                      </a:cubicBezTo>
                      <a:cubicBezTo>
                        <a:pt x="446" y="178"/>
                        <a:pt x="446" y="142"/>
                        <a:pt x="475" y="114"/>
                      </a:cubicBezTo>
                      <a:cubicBezTo>
                        <a:pt x="503" y="86"/>
                        <a:pt x="531" y="57"/>
                        <a:pt x="567" y="57"/>
                      </a:cubicBezTo>
                      <a:close/>
                      <a:moveTo>
                        <a:pt x="567" y="1"/>
                      </a:moveTo>
                      <a:cubicBezTo>
                        <a:pt x="531" y="1"/>
                        <a:pt x="475" y="29"/>
                        <a:pt x="446" y="57"/>
                      </a:cubicBezTo>
                      <a:cubicBezTo>
                        <a:pt x="418" y="114"/>
                        <a:pt x="390" y="178"/>
                        <a:pt x="390" y="234"/>
                      </a:cubicBezTo>
                      <a:cubicBezTo>
                        <a:pt x="354" y="383"/>
                        <a:pt x="354" y="496"/>
                        <a:pt x="390" y="644"/>
                      </a:cubicBezTo>
                      <a:cubicBezTo>
                        <a:pt x="326" y="644"/>
                        <a:pt x="270" y="708"/>
                        <a:pt x="241" y="765"/>
                      </a:cubicBezTo>
                      <a:cubicBezTo>
                        <a:pt x="213" y="821"/>
                        <a:pt x="213" y="885"/>
                        <a:pt x="178" y="942"/>
                      </a:cubicBezTo>
                      <a:cubicBezTo>
                        <a:pt x="178" y="1026"/>
                        <a:pt x="178" y="1090"/>
                        <a:pt x="121" y="1147"/>
                      </a:cubicBezTo>
                      <a:cubicBezTo>
                        <a:pt x="36" y="1267"/>
                        <a:pt x="1" y="1444"/>
                        <a:pt x="36" y="1592"/>
                      </a:cubicBezTo>
                      <a:cubicBezTo>
                        <a:pt x="36" y="1706"/>
                        <a:pt x="93" y="1854"/>
                        <a:pt x="149" y="1974"/>
                      </a:cubicBezTo>
                      <a:cubicBezTo>
                        <a:pt x="298" y="2264"/>
                        <a:pt x="595" y="2859"/>
                        <a:pt x="977" y="3064"/>
                      </a:cubicBezTo>
                      <a:cubicBezTo>
                        <a:pt x="1097" y="3149"/>
                        <a:pt x="1210" y="3212"/>
                        <a:pt x="1331" y="3269"/>
                      </a:cubicBezTo>
                      <a:cubicBezTo>
                        <a:pt x="1592" y="3418"/>
                        <a:pt x="1890" y="3566"/>
                        <a:pt x="2095" y="3771"/>
                      </a:cubicBezTo>
                      <a:cubicBezTo>
                        <a:pt x="2187" y="3892"/>
                        <a:pt x="2215" y="4005"/>
                        <a:pt x="2272" y="4125"/>
                      </a:cubicBezTo>
                      <a:cubicBezTo>
                        <a:pt x="2654" y="5243"/>
                        <a:pt x="2894" y="6424"/>
                        <a:pt x="3156" y="7542"/>
                      </a:cubicBezTo>
                      <a:cubicBezTo>
                        <a:pt x="3304" y="8193"/>
                        <a:pt x="3425" y="8844"/>
                        <a:pt x="3602" y="9487"/>
                      </a:cubicBezTo>
                      <a:cubicBezTo>
                        <a:pt x="3835" y="10400"/>
                        <a:pt x="4104" y="11348"/>
                        <a:pt x="4486" y="12261"/>
                      </a:cubicBezTo>
                      <a:cubicBezTo>
                        <a:pt x="4634" y="12586"/>
                        <a:pt x="5045" y="13350"/>
                        <a:pt x="5398" y="13583"/>
                      </a:cubicBezTo>
                      <a:cubicBezTo>
                        <a:pt x="5483" y="13647"/>
                        <a:pt x="5575" y="13675"/>
                        <a:pt x="5660" y="13675"/>
                      </a:cubicBezTo>
                      <a:cubicBezTo>
                        <a:pt x="5752" y="13675"/>
                        <a:pt x="5837" y="13647"/>
                        <a:pt x="5929" y="13583"/>
                      </a:cubicBezTo>
                      <a:cubicBezTo>
                        <a:pt x="6014" y="13527"/>
                        <a:pt x="6106" y="13470"/>
                        <a:pt x="6283" y="13442"/>
                      </a:cubicBezTo>
                      <a:cubicBezTo>
                        <a:pt x="6636" y="13378"/>
                        <a:pt x="6934" y="13117"/>
                        <a:pt x="7195" y="12819"/>
                      </a:cubicBezTo>
                      <a:cubicBezTo>
                        <a:pt x="7606" y="12409"/>
                        <a:pt x="8080" y="11850"/>
                        <a:pt x="8080" y="11228"/>
                      </a:cubicBezTo>
                      <a:cubicBezTo>
                        <a:pt x="8108" y="10697"/>
                        <a:pt x="7903" y="10082"/>
                        <a:pt x="7698" y="9728"/>
                      </a:cubicBezTo>
                      <a:cubicBezTo>
                        <a:pt x="7669" y="9608"/>
                        <a:pt x="7606" y="9516"/>
                        <a:pt x="7549" y="9402"/>
                      </a:cubicBezTo>
                      <a:cubicBezTo>
                        <a:pt x="7287" y="8928"/>
                        <a:pt x="6962" y="8490"/>
                        <a:pt x="6636" y="8044"/>
                      </a:cubicBezTo>
                      <a:cubicBezTo>
                        <a:pt x="6254" y="7514"/>
                        <a:pt x="5872" y="6983"/>
                        <a:pt x="5575" y="6396"/>
                      </a:cubicBezTo>
                      <a:cubicBezTo>
                        <a:pt x="5455" y="6155"/>
                        <a:pt x="5342" y="5922"/>
                        <a:pt x="5222" y="5625"/>
                      </a:cubicBezTo>
                      <a:cubicBezTo>
                        <a:pt x="5073" y="5335"/>
                        <a:pt x="4924" y="5009"/>
                        <a:pt x="4776" y="4684"/>
                      </a:cubicBezTo>
                      <a:cubicBezTo>
                        <a:pt x="4599" y="4302"/>
                        <a:pt x="4422" y="3892"/>
                        <a:pt x="4217" y="3474"/>
                      </a:cubicBezTo>
                      <a:cubicBezTo>
                        <a:pt x="4132" y="3297"/>
                        <a:pt x="4068" y="3120"/>
                        <a:pt x="3984" y="2944"/>
                      </a:cubicBezTo>
                      <a:cubicBezTo>
                        <a:pt x="3927" y="2887"/>
                        <a:pt x="3892" y="2795"/>
                        <a:pt x="3863" y="2710"/>
                      </a:cubicBezTo>
                      <a:cubicBezTo>
                        <a:pt x="3835" y="2654"/>
                        <a:pt x="3835" y="2562"/>
                        <a:pt x="3807" y="2505"/>
                      </a:cubicBezTo>
                      <a:cubicBezTo>
                        <a:pt x="3686" y="2208"/>
                        <a:pt x="3453" y="1946"/>
                        <a:pt x="3184" y="1734"/>
                      </a:cubicBezTo>
                      <a:cubicBezTo>
                        <a:pt x="3099" y="1649"/>
                        <a:pt x="3007" y="1592"/>
                        <a:pt x="2894" y="1529"/>
                      </a:cubicBezTo>
                      <a:cubicBezTo>
                        <a:pt x="2830" y="1472"/>
                        <a:pt x="2746" y="1416"/>
                        <a:pt x="2654" y="1352"/>
                      </a:cubicBezTo>
                      <a:cubicBezTo>
                        <a:pt x="2540" y="1267"/>
                        <a:pt x="2448" y="1203"/>
                        <a:pt x="2335" y="1118"/>
                      </a:cubicBezTo>
                      <a:cubicBezTo>
                        <a:pt x="2215" y="1062"/>
                        <a:pt x="2095" y="970"/>
                        <a:pt x="1982" y="885"/>
                      </a:cubicBezTo>
                      <a:lnTo>
                        <a:pt x="1239" y="319"/>
                      </a:lnTo>
                      <a:cubicBezTo>
                        <a:pt x="1182" y="262"/>
                        <a:pt x="1154" y="234"/>
                        <a:pt x="1062" y="234"/>
                      </a:cubicBezTo>
                      <a:lnTo>
                        <a:pt x="1034" y="234"/>
                      </a:lnTo>
                      <a:cubicBezTo>
                        <a:pt x="977" y="262"/>
                        <a:pt x="949" y="319"/>
                        <a:pt x="920" y="411"/>
                      </a:cubicBezTo>
                      <a:cubicBezTo>
                        <a:pt x="885" y="588"/>
                        <a:pt x="977" y="793"/>
                        <a:pt x="1182" y="998"/>
                      </a:cubicBezTo>
                      <a:cubicBezTo>
                        <a:pt x="1239" y="1062"/>
                        <a:pt x="1302" y="1090"/>
                        <a:pt x="1359" y="1147"/>
                      </a:cubicBezTo>
                      <a:cubicBezTo>
                        <a:pt x="1508" y="1267"/>
                        <a:pt x="1684" y="1416"/>
                        <a:pt x="1769" y="1592"/>
                      </a:cubicBezTo>
                      <a:cubicBezTo>
                        <a:pt x="1861" y="1677"/>
                        <a:pt x="1861" y="1769"/>
                        <a:pt x="1861" y="1826"/>
                      </a:cubicBezTo>
                      <a:cubicBezTo>
                        <a:pt x="1833" y="1854"/>
                        <a:pt x="1769" y="1854"/>
                        <a:pt x="1741" y="1854"/>
                      </a:cubicBezTo>
                      <a:cubicBezTo>
                        <a:pt x="1592" y="1854"/>
                        <a:pt x="1359" y="1769"/>
                        <a:pt x="1274" y="1649"/>
                      </a:cubicBezTo>
                      <a:cubicBezTo>
                        <a:pt x="1154" y="1529"/>
                        <a:pt x="1097" y="1380"/>
                        <a:pt x="1034" y="1239"/>
                      </a:cubicBezTo>
                      <a:cubicBezTo>
                        <a:pt x="949" y="1062"/>
                        <a:pt x="920" y="885"/>
                        <a:pt x="885" y="736"/>
                      </a:cubicBezTo>
                      <a:cubicBezTo>
                        <a:pt x="857" y="644"/>
                        <a:pt x="828" y="560"/>
                        <a:pt x="828" y="468"/>
                      </a:cubicBezTo>
                      <a:cubicBezTo>
                        <a:pt x="800" y="439"/>
                        <a:pt x="800" y="439"/>
                        <a:pt x="800" y="411"/>
                      </a:cubicBezTo>
                      <a:cubicBezTo>
                        <a:pt x="772" y="262"/>
                        <a:pt x="708" y="1"/>
                        <a:pt x="56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37"/>
                <p:cNvSpPr/>
                <p:nvPr/>
              </p:nvSpPr>
              <p:spPr>
                <a:xfrm>
                  <a:off x="2984086" y="4043030"/>
                  <a:ext cx="21824" cy="48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444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57"/>
                      </a:cubicBezTo>
                      <a:lnTo>
                        <a:pt x="114" y="531"/>
                      </a:lnTo>
                      <a:cubicBezTo>
                        <a:pt x="234" y="884"/>
                        <a:pt x="354" y="1210"/>
                        <a:pt x="616" y="1415"/>
                      </a:cubicBezTo>
                      <a:lnTo>
                        <a:pt x="616" y="1443"/>
                      </a:lnTo>
                      <a:lnTo>
                        <a:pt x="645" y="1415"/>
                      </a:lnTo>
                      <a:lnTo>
                        <a:pt x="645" y="1387"/>
                      </a:lnTo>
                      <a:cubicBezTo>
                        <a:pt x="383" y="1182"/>
                        <a:pt x="291" y="856"/>
                        <a:pt x="178" y="502"/>
                      </a:cubicBezTo>
                      <a:lnTo>
                        <a:pt x="57" y="28"/>
                      </a:ln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37"/>
                <p:cNvSpPr/>
                <p:nvPr/>
              </p:nvSpPr>
              <p:spPr>
                <a:xfrm>
                  <a:off x="2975966" y="4060015"/>
                  <a:ext cx="22060" cy="4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" h="1324" extrusionOk="0">
                      <a:moveTo>
                        <a:pt x="29" y="0"/>
                      </a:moveTo>
                      <a:cubicBezTo>
                        <a:pt x="0" y="0"/>
                        <a:pt x="0" y="0"/>
                        <a:pt x="0" y="29"/>
                      </a:cubicBezTo>
                      <a:cubicBezTo>
                        <a:pt x="92" y="439"/>
                        <a:pt x="269" y="856"/>
                        <a:pt x="531" y="1210"/>
                      </a:cubicBezTo>
                      <a:cubicBezTo>
                        <a:pt x="559" y="1267"/>
                        <a:pt x="594" y="1295"/>
                        <a:pt x="623" y="1323"/>
                      </a:cubicBezTo>
                      <a:cubicBezTo>
                        <a:pt x="651" y="1323"/>
                        <a:pt x="651" y="1323"/>
                        <a:pt x="651" y="1295"/>
                      </a:cubicBezTo>
                      <a:lnTo>
                        <a:pt x="651" y="1267"/>
                      </a:lnTo>
                      <a:cubicBezTo>
                        <a:pt x="623" y="1238"/>
                        <a:pt x="594" y="1210"/>
                        <a:pt x="594" y="1182"/>
                      </a:cubicBezTo>
                      <a:cubicBezTo>
                        <a:pt x="326" y="856"/>
                        <a:pt x="149" y="439"/>
                        <a:pt x="64" y="29"/>
                      </a:cubicBezTo>
                      <a:cubicBezTo>
                        <a:pt x="64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37"/>
                <p:cNvSpPr/>
                <p:nvPr/>
              </p:nvSpPr>
              <p:spPr>
                <a:xfrm>
                  <a:off x="3098756" y="4110769"/>
                  <a:ext cx="1929" cy="131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" h="390" extrusionOk="0">
                      <a:moveTo>
                        <a:pt x="57" y="0"/>
                      </a:moveTo>
                      <a:lnTo>
                        <a:pt x="0" y="389"/>
                      </a:lnTo>
                      <a:cubicBezTo>
                        <a:pt x="29" y="269"/>
                        <a:pt x="57" y="149"/>
                        <a:pt x="5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37"/>
                <p:cNvSpPr/>
                <p:nvPr/>
              </p:nvSpPr>
              <p:spPr>
                <a:xfrm>
                  <a:off x="3097809" y="4109788"/>
                  <a:ext cx="3857" cy="15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" h="447" extrusionOk="0">
                      <a:moveTo>
                        <a:pt x="85" y="1"/>
                      </a:moveTo>
                      <a:cubicBezTo>
                        <a:pt x="57" y="1"/>
                        <a:pt x="57" y="29"/>
                        <a:pt x="57" y="29"/>
                      </a:cubicBezTo>
                      <a:cubicBezTo>
                        <a:pt x="57" y="149"/>
                        <a:pt x="28" y="298"/>
                        <a:pt x="0" y="418"/>
                      </a:cubicBezTo>
                      <a:cubicBezTo>
                        <a:pt x="0" y="418"/>
                        <a:pt x="0" y="447"/>
                        <a:pt x="28" y="447"/>
                      </a:cubicBezTo>
                      <a:cubicBezTo>
                        <a:pt x="28" y="447"/>
                        <a:pt x="57" y="447"/>
                        <a:pt x="57" y="418"/>
                      </a:cubicBezTo>
                      <a:cubicBezTo>
                        <a:pt x="85" y="298"/>
                        <a:pt x="113" y="178"/>
                        <a:pt x="113" y="29"/>
                      </a:cubicBez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37"/>
                <p:cNvSpPr/>
                <p:nvPr/>
              </p:nvSpPr>
              <p:spPr>
                <a:xfrm>
                  <a:off x="3508542" y="4013085"/>
                  <a:ext cx="133851" cy="156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6" h="4620" extrusionOk="0">
                      <a:moveTo>
                        <a:pt x="298" y="1"/>
                      </a:moveTo>
                      <a:lnTo>
                        <a:pt x="298" y="1"/>
                      </a:lnTo>
                      <a:cubicBezTo>
                        <a:pt x="326" y="1005"/>
                        <a:pt x="270" y="1946"/>
                        <a:pt x="206" y="2802"/>
                      </a:cubicBezTo>
                      <a:cubicBezTo>
                        <a:pt x="178" y="3213"/>
                        <a:pt x="149" y="3510"/>
                        <a:pt x="1" y="3863"/>
                      </a:cubicBezTo>
                      <a:cubicBezTo>
                        <a:pt x="680" y="4161"/>
                        <a:pt x="1154" y="4514"/>
                        <a:pt x="1861" y="4571"/>
                      </a:cubicBezTo>
                      <a:cubicBezTo>
                        <a:pt x="2087" y="4601"/>
                        <a:pt x="2339" y="4620"/>
                        <a:pt x="2597" y="4620"/>
                      </a:cubicBezTo>
                      <a:cubicBezTo>
                        <a:pt x="3074" y="4620"/>
                        <a:pt x="3570" y="4554"/>
                        <a:pt x="3955" y="4366"/>
                      </a:cubicBezTo>
                      <a:cubicBezTo>
                        <a:pt x="3481" y="3099"/>
                        <a:pt x="3602" y="1798"/>
                        <a:pt x="3566" y="531"/>
                      </a:cubicBezTo>
                      <a:cubicBezTo>
                        <a:pt x="3566" y="355"/>
                        <a:pt x="3566" y="178"/>
                        <a:pt x="3538" y="29"/>
                      </a:cubicBezTo>
                      <a:lnTo>
                        <a:pt x="298" y="1"/>
                      </a:lnTo>
                      <a:close/>
                    </a:path>
                  </a:pathLst>
                </a:custGeom>
                <a:solidFill>
                  <a:srgbClr val="FF444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619;p37"/>
                <p:cNvSpPr/>
                <p:nvPr/>
              </p:nvSpPr>
              <p:spPr>
                <a:xfrm>
                  <a:off x="3314189" y="4099874"/>
                  <a:ext cx="514664" cy="610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1" h="18044" extrusionOk="0">
                      <a:moveTo>
                        <a:pt x="7102" y="0"/>
                      </a:moveTo>
                      <a:cubicBezTo>
                        <a:pt x="6984" y="0"/>
                        <a:pt x="6867" y="1"/>
                        <a:pt x="6749" y="4"/>
                      </a:cubicBezTo>
                      <a:cubicBezTo>
                        <a:pt x="5306" y="32"/>
                        <a:pt x="2059" y="824"/>
                        <a:pt x="1146" y="1978"/>
                      </a:cubicBezTo>
                      <a:cubicBezTo>
                        <a:pt x="0" y="3506"/>
                        <a:pt x="616" y="5748"/>
                        <a:pt x="1825" y="7043"/>
                      </a:cubicBezTo>
                      <a:cubicBezTo>
                        <a:pt x="1592" y="8281"/>
                        <a:pt x="1387" y="9491"/>
                        <a:pt x="1267" y="10729"/>
                      </a:cubicBezTo>
                      <a:cubicBezTo>
                        <a:pt x="1146" y="11818"/>
                        <a:pt x="1295" y="12971"/>
                        <a:pt x="913" y="14004"/>
                      </a:cubicBezTo>
                      <a:cubicBezTo>
                        <a:pt x="821" y="14181"/>
                        <a:pt x="736" y="14358"/>
                        <a:pt x="708" y="14563"/>
                      </a:cubicBezTo>
                      <a:cubicBezTo>
                        <a:pt x="679" y="14768"/>
                        <a:pt x="679" y="14945"/>
                        <a:pt x="708" y="15150"/>
                      </a:cubicBezTo>
                      <a:cubicBezTo>
                        <a:pt x="856" y="16155"/>
                        <a:pt x="1323" y="17187"/>
                        <a:pt x="2208" y="17654"/>
                      </a:cubicBezTo>
                      <a:cubicBezTo>
                        <a:pt x="2858" y="18043"/>
                        <a:pt x="3622" y="18043"/>
                        <a:pt x="4358" y="18043"/>
                      </a:cubicBezTo>
                      <a:cubicBezTo>
                        <a:pt x="7280" y="18008"/>
                        <a:pt x="10194" y="17718"/>
                        <a:pt x="13088" y="17393"/>
                      </a:cubicBezTo>
                      <a:cubicBezTo>
                        <a:pt x="13265" y="17393"/>
                        <a:pt x="13442" y="17364"/>
                        <a:pt x="13590" y="17336"/>
                      </a:cubicBezTo>
                      <a:cubicBezTo>
                        <a:pt x="13767" y="17301"/>
                        <a:pt x="13944" y="17272"/>
                        <a:pt x="14085" y="17187"/>
                      </a:cubicBezTo>
                      <a:cubicBezTo>
                        <a:pt x="14616" y="16982"/>
                        <a:pt x="15033" y="16452"/>
                        <a:pt x="15090" y="15886"/>
                      </a:cubicBezTo>
                      <a:cubicBezTo>
                        <a:pt x="15210" y="15037"/>
                        <a:pt x="14736" y="14266"/>
                        <a:pt x="14588" y="13445"/>
                      </a:cubicBezTo>
                      <a:cubicBezTo>
                        <a:pt x="14503" y="13056"/>
                        <a:pt x="14503" y="12646"/>
                        <a:pt x="14326" y="12292"/>
                      </a:cubicBezTo>
                      <a:cubicBezTo>
                        <a:pt x="14234" y="12115"/>
                        <a:pt x="14121" y="11967"/>
                        <a:pt x="14029" y="11818"/>
                      </a:cubicBezTo>
                      <a:cubicBezTo>
                        <a:pt x="13732" y="11231"/>
                        <a:pt x="13972" y="10700"/>
                        <a:pt x="13944" y="10113"/>
                      </a:cubicBezTo>
                      <a:cubicBezTo>
                        <a:pt x="13944" y="9554"/>
                        <a:pt x="13880" y="8988"/>
                        <a:pt x="13880" y="8401"/>
                      </a:cubicBezTo>
                      <a:cubicBezTo>
                        <a:pt x="13880" y="8047"/>
                        <a:pt x="13880" y="7665"/>
                        <a:pt x="13944" y="7283"/>
                      </a:cubicBezTo>
                      <a:cubicBezTo>
                        <a:pt x="14000" y="6901"/>
                        <a:pt x="14149" y="6512"/>
                        <a:pt x="14206" y="6130"/>
                      </a:cubicBezTo>
                      <a:cubicBezTo>
                        <a:pt x="14588" y="4213"/>
                        <a:pt x="13526" y="1829"/>
                        <a:pt x="11730" y="945"/>
                      </a:cubicBezTo>
                      <a:cubicBezTo>
                        <a:pt x="10333" y="233"/>
                        <a:pt x="8702" y="0"/>
                        <a:pt x="710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620;p37"/>
                <p:cNvSpPr/>
                <p:nvPr/>
              </p:nvSpPr>
              <p:spPr>
                <a:xfrm>
                  <a:off x="3063804" y="4101904"/>
                  <a:ext cx="450750" cy="394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22" h="11645" extrusionOk="0">
                      <a:moveTo>
                        <a:pt x="13322" y="0"/>
                      </a:moveTo>
                      <a:lnTo>
                        <a:pt x="13322" y="0"/>
                      </a:lnTo>
                      <a:cubicBezTo>
                        <a:pt x="13088" y="29"/>
                        <a:pt x="12855" y="57"/>
                        <a:pt x="12614" y="85"/>
                      </a:cubicBezTo>
                      <a:cubicBezTo>
                        <a:pt x="11114" y="326"/>
                        <a:pt x="9699" y="941"/>
                        <a:pt x="8490" y="1889"/>
                      </a:cubicBezTo>
                      <a:cubicBezTo>
                        <a:pt x="7690" y="2505"/>
                        <a:pt x="6983" y="3240"/>
                        <a:pt x="6339" y="4012"/>
                      </a:cubicBezTo>
                      <a:cubicBezTo>
                        <a:pt x="5717" y="4747"/>
                        <a:pt x="5158" y="5745"/>
                        <a:pt x="4422" y="6339"/>
                      </a:cubicBezTo>
                      <a:cubicBezTo>
                        <a:pt x="4040" y="5780"/>
                        <a:pt x="3715" y="5186"/>
                        <a:pt x="3417" y="4599"/>
                      </a:cubicBezTo>
                      <a:cubicBezTo>
                        <a:pt x="3361" y="4450"/>
                        <a:pt x="3269" y="4273"/>
                        <a:pt x="3156" y="4153"/>
                      </a:cubicBezTo>
                      <a:cubicBezTo>
                        <a:pt x="3092" y="4040"/>
                        <a:pt x="2979" y="3976"/>
                        <a:pt x="2915" y="3863"/>
                      </a:cubicBezTo>
                      <a:cubicBezTo>
                        <a:pt x="2802" y="3714"/>
                        <a:pt x="2802" y="3509"/>
                        <a:pt x="2710" y="3332"/>
                      </a:cubicBezTo>
                      <a:cubicBezTo>
                        <a:pt x="2653" y="3156"/>
                        <a:pt x="2533" y="2979"/>
                        <a:pt x="2328" y="2979"/>
                      </a:cubicBezTo>
                      <a:cubicBezTo>
                        <a:pt x="1741" y="3538"/>
                        <a:pt x="765" y="3594"/>
                        <a:pt x="121" y="4096"/>
                      </a:cubicBezTo>
                      <a:cubicBezTo>
                        <a:pt x="57" y="4125"/>
                        <a:pt x="29" y="4153"/>
                        <a:pt x="29" y="4217"/>
                      </a:cubicBezTo>
                      <a:cubicBezTo>
                        <a:pt x="1" y="4245"/>
                        <a:pt x="1" y="4273"/>
                        <a:pt x="29" y="4330"/>
                      </a:cubicBezTo>
                      <a:cubicBezTo>
                        <a:pt x="149" y="4981"/>
                        <a:pt x="234" y="5660"/>
                        <a:pt x="354" y="6339"/>
                      </a:cubicBezTo>
                      <a:cubicBezTo>
                        <a:pt x="503" y="6983"/>
                        <a:pt x="531" y="7690"/>
                        <a:pt x="736" y="8313"/>
                      </a:cubicBezTo>
                      <a:cubicBezTo>
                        <a:pt x="941" y="9225"/>
                        <a:pt x="1267" y="10138"/>
                        <a:pt x="1918" y="10789"/>
                      </a:cubicBezTo>
                      <a:cubicBezTo>
                        <a:pt x="2179" y="11051"/>
                        <a:pt x="2682" y="11291"/>
                        <a:pt x="3035" y="11440"/>
                      </a:cubicBezTo>
                      <a:cubicBezTo>
                        <a:pt x="3509" y="11617"/>
                        <a:pt x="4040" y="11645"/>
                        <a:pt x="4542" y="11645"/>
                      </a:cubicBezTo>
                      <a:cubicBezTo>
                        <a:pt x="5603" y="11617"/>
                        <a:pt x="6629" y="11263"/>
                        <a:pt x="7429" y="10584"/>
                      </a:cubicBezTo>
                      <a:cubicBezTo>
                        <a:pt x="7754" y="10315"/>
                        <a:pt x="8044" y="9989"/>
                        <a:pt x="8341" y="9699"/>
                      </a:cubicBezTo>
                      <a:cubicBezTo>
                        <a:pt x="8872" y="9105"/>
                        <a:pt x="9402" y="8610"/>
                        <a:pt x="9756" y="7902"/>
                      </a:cubicBezTo>
                      <a:cubicBezTo>
                        <a:pt x="9990" y="7457"/>
                        <a:pt x="10258" y="6983"/>
                        <a:pt x="10520" y="6544"/>
                      </a:cubicBezTo>
                      <a:cubicBezTo>
                        <a:pt x="10665" y="6254"/>
                        <a:pt x="11513" y="4390"/>
                        <a:pt x="11967" y="4390"/>
                      </a:cubicBezTo>
                      <a:cubicBezTo>
                        <a:pt x="11978" y="4390"/>
                        <a:pt x="11988" y="4391"/>
                        <a:pt x="11999" y="4394"/>
                      </a:cubicBezTo>
                      <a:cubicBezTo>
                        <a:pt x="12204" y="4422"/>
                        <a:pt x="12409" y="4450"/>
                        <a:pt x="12642" y="4478"/>
                      </a:cubicBezTo>
                      <a:cubicBezTo>
                        <a:pt x="12642" y="3920"/>
                        <a:pt x="12678" y="3361"/>
                        <a:pt x="12706" y="2802"/>
                      </a:cubicBezTo>
                      <a:cubicBezTo>
                        <a:pt x="12734" y="2505"/>
                        <a:pt x="12734" y="2208"/>
                        <a:pt x="12734" y="1918"/>
                      </a:cubicBezTo>
                      <a:cubicBezTo>
                        <a:pt x="12734" y="1712"/>
                        <a:pt x="12642" y="1415"/>
                        <a:pt x="12678" y="1210"/>
                      </a:cubicBezTo>
                      <a:cubicBezTo>
                        <a:pt x="12791" y="764"/>
                        <a:pt x="13031" y="354"/>
                        <a:pt x="133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621;p37"/>
                <p:cNvSpPr/>
                <p:nvPr/>
              </p:nvSpPr>
              <p:spPr>
                <a:xfrm>
                  <a:off x="3615294" y="4107893"/>
                  <a:ext cx="352155" cy="391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08" h="11557" extrusionOk="0">
                      <a:moveTo>
                        <a:pt x="1" y="0"/>
                      </a:moveTo>
                      <a:lnTo>
                        <a:pt x="1" y="4301"/>
                      </a:lnTo>
                      <a:cubicBezTo>
                        <a:pt x="206" y="4273"/>
                        <a:pt x="447" y="4245"/>
                        <a:pt x="652" y="4217"/>
                      </a:cubicBezTo>
                      <a:cubicBezTo>
                        <a:pt x="652" y="4216"/>
                        <a:pt x="652" y="4216"/>
                        <a:pt x="653" y="4216"/>
                      </a:cubicBezTo>
                      <a:cubicBezTo>
                        <a:pt x="781" y="4216"/>
                        <a:pt x="3242" y="8463"/>
                        <a:pt x="3538" y="8872"/>
                      </a:cubicBezTo>
                      <a:cubicBezTo>
                        <a:pt x="4422" y="10025"/>
                        <a:pt x="5483" y="11227"/>
                        <a:pt x="7019" y="11496"/>
                      </a:cubicBezTo>
                      <a:cubicBezTo>
                        <a:pt x="7216" y="11535"/>
                        <a:pt x="7428" y="11556"/>
                        <a:pt x="7646" y="11556"/>
                      </a:cubicBezTo>
                      <a:cubicBezTo>
                        <a:pt x="8572" y="11556"/>
                        <a:pt x="9590" y="11180"/>
                        <a:pt x="9877" y="10230"/>
                      </a:cubicBezTo>
                      <a:cubicBezTo>
                        <a:pt x="10407" y="8341"/>
                        <a:pt x="8370" y="5957"/>
                        <a:pt x="7280" y="4627"/>
                      </a:cubicBezTo>
                      <a:cubicBezTo>
                        <a:pt x="5894" y="2915"/>
                        <a:pt x="3715" y="439"/>
                        <a:pt x="1387" y="177"/>
                      </a:cubicBezTo>
                      <a:cubicBezTo>
                        <a:pt x="708" y="85"/>
                        <a:pt x="680" y="85"/>
                        <a:pt x="1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622;p37"/>
                <p:cNvSpPr/>
                <p:nvPr/>
              </p:nvSpPr>
              <p:spPr>
                <a:xfrm>
                  <a:off x="3438908" y="3866644"/>
                  <a:ext cx="165419" cy="1928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9" h="5700" extrusionOk="0">
                      <a:moveTo>
                        <a:pt x="2467" y="1"/>
                      </a:moveTo>
                      <a:cubicBezTo>
                        <a:pt x="2339" y="1"/>
                        <a:pt x="2212" y="17"/>
                        <a:pt x="2087" y="56"/>
                      </a:cubicBezTo>
                      <a:cubicBezTo>
                        <a:pt x="1910" y="84"/>
                        <a:pt x="1733" y="176"/>
                        <a:pt x="1556" y="289"/>
                      </a:cubicBezTo>
                      <a:cubicBezTo>
                        <a:pt x="1443" y="353"/>
                        <a:pt x="1295" y="410"/>
                        <a:pt x="1174" y="530"/>
                      </a:cubicBezTo>
                      <a:cubicBezTo>
                        <a:pt x="884" y="792"/>
                        <a:pt x="672" y="1237"/>
                        <a:pt x="616" y="1619"/>
                      </a:cubicBezTo>
                      <a:cubicBezTo>
                        <a:pt x="531" y="1909"/>
                        <a:pt x="467" y="2235"/>
                        <a:pt x="439" y="2560"/>
                      </a:cubicBezTo>
                      <a:cubicBezTo>
                        <a:pt x="354" y="2794"/>
                        <a:pt x="234" y="3034"/>
                        <a:pt x="57" y="3239"/>
                      </a:cubicBezTo>
                      <a:cubicBezTo>
                        <a:pt x="0" y="3324"/>
                        <a:pt x="0" y="3445"/>
                        <a:pt x="85" y="3473"/>
                      </a:cubicBezTo>
                      <a:cubicBezTo>
                        <a:pt x="177" y="3501"/>
                        <a:pt x="262" y="3536"/>
                        <a:pt x="382" y="3536"/>
                      </a:cubicBezTo>
                      <a:cubicBezTo>
                        <a:pt x="354" y="3742"/>
                        <a:pt x="354" y="3947"/>
                        <a:pt x="382" y="4152"/>
                      </a:cubicBezTo>
                      <a:cubicBezTo>
                        <a:pt x="382" y="4626"/>
                        <a:pt x="467" y="5185"/>
                        <a:pt x="884" y="5482"/>
                      </a:cubicBezTo>
                      <a:cubicBezTo>
                        <a:pt x="1104" y="5635"/>
                        <a:pt x="1402" y="5699"/>
                        <a:pt x="1727" y="5699"/>
                      </a:cubicBezTo>
                      <a:cubicBezTo>
                        <a:pt x="2452" y="5699"/>
                        <a:pt x="3313" y="5383"/>
                        <a:pt x="3742" y="5036"/>
                      </a:cubicBezTo>
                      <a:cubicBezTo>
                        <a:pt x="4273" y="4598"/>
                        <a:pt x="4627" y="3947"/>
                        <a:pt x="4775" y="3268"/>
                      </a:cubicBezTo>
                      <a:cubicBezTo>
                        <a:pt x="4888" y="2652"/>
                        <a:pt x="4860" y="1973"/>
                        <a:pt x="4598" y="1414"/>
                      </a:cubicBezTo>
                      <a:cubicBezTo>
                        <a:pt x="4301" y="820"/>
                        <a:pt x="3856" y="438"/>
                        <a:pt x="3268" y="176"/>
                      </a:cubicBezTo>
                      <a:cubicBezTo>
                        <a:pt x="3009" y="75"/>
                        <a:pt x="2737" y="1"/>
                        <a:pt x="2467" y="1"/>
                      </a:cubicBezTo>
                      <a:close/>
                    </a:path>
                  </a:pathLst>
                </a:custGeom>
                <a:solidFill>
                  <a:srgbClr val="E9585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37"/>
                <p:cNvSpPr/>
                <p:nvPr/>
              </p:nvSpPr>
              <p:spPr>
                <a:xfrm>
                  <a:off x="3437690" y="3865392"/>
                  <a:ext cx="167585" cy="194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5753" extrusionOk="0">
                      <a:moveTo>
                        <a:pt x="2512" y="65"/>
                      </a:moveTo>
                      <a:cubicBezTo>
                        <a:pt x="2746" y="65"/>
                        <a:pt x="3043" y="121"/>
                        <a:pt x="3304" y="241"/>
                      </a:cubicBezTo>
                      <a:cubicBezTo>
                        <a:pt x="3927" y="532"/>
                        <a:pt x="4337" y="921"/>
                        <a:pt x="4599" y="1451"/>
                      </a:cubicBezTo>
                      <a:cubicBezTo>
                        <a:pt x="4840" y="1982"/>
                        <a:pt x="4896" y="2626"/>
                        <a:pt x="4776" y="3276"/>
                      </a:cubicBezTo>
                      <a:cubicBezTo>
                        <a:pt x="4634" y="4012"/>
                        <a:pt x="4245" y="4635"/>
                        <a:pt x="3750" y="5073"/>
                      </a:cubicBezTo>
                      <a:cubicBezTo>
                        <a:pt x="3361" y="5370"/>
                        <a:pt x="2512" y="5696"/>
                        <a:pt x="1769" y="5696"/>
                      </a:cubicBezTo>
                      <a:cubicBezTo>
                        <a:pt x="1416" y="5696"/>
                        <a:pt x="1126" y="5632"/>
                        <a:pt x="949" y="5484"/>
                      </a:cubicBezTo>
                      <a:cubicBezTo>
                        <a:pt x="531" y="5194"/>
                        <a:pt x="446" y="4599"/>
                        <a:pt x="446" y="4189"/>
                      </a:cubicBezTo>
                      <a:cubicBezTo>
                        <a:pt x="446" y="3984"/>
                        <a:pt x="418" y="3779"/>
                        <a:pt x="446" y="3573"/>
                      </a:cubicBezTo>
                      <a:lnTo>
                        <a:pt x="418" y="3538"/>
                      </a:lnTo>
                      <a:cubicBezTo>
                        <a:pt x="326" y="3538"/>
                        <a:pt x="241" y="3510"/>
                        <a:pt x="149" y="3482"/>
                      </a:cubicBezTo>
                      <a:cubicBezTo>
                        <a:pt x="121" y="3453"/>
                        <a:pt x="93" y="3453"/>
                        <a:pt x="93" y="3397"/>
                      </a:cubicBezTo>
                      <a:cubicBezTo>
                        <a:pt x="64" y="3361"/>
                        <a:pt x="93" y="3333"/>
                        <a:pt x="121" y="3305"/>
                      </a:cubicBezTo>
                      <a:cubicBezTo>
                        <a:pt x="270" y="3128"/>
                        <a:pt x="390" y="2923"/>
                        <a:pt x="503" y="2597"/>
                      </a:cubicBezTo>
                      <a:cubicBezTo>
                        <a:pt x="531" y="2272"/>
                        <a:pt x="595" y="1982"/>
                        <a:pt x="680" y="1656"/>
                      </a:cubicBezTo>
                      <a:cubicBezTo>
                        <a:pt x="743" y="1303"/>
                        <a:pt x="949" y="857"/>
                        <a:pt x="1239" y="595"/>
                      </a:cubicBezTo>
                      <a:cubicBezTo>
                        <a:pt x="1331" y="475"/>
                        <a:pt x="1479" y="418"/>
                        <a:pt x="1628" y="326"/>
                      </a:cubicBezTo>
                      <a:cubicBezTo>
                        <a:pt x="1769" y="241"/>
                        <a:pt x="1946" y="149"/>
                        <a:pt x="2123" y="121"/>
                      </a:cubicBezTo>
                      <a:cubicBezTo>
                        <a:pt x="2243" y="65"/>
                        <a:pt x="2364" y="65"/>
                        <a:pt x="2512" y="65"/>
                      </a:cubicBezTo>
                      <a:close/>
                      <a:moveTo>
                        <a:pt x="2527" y="1"/>
                      </a:moveTo>
                      <a:cubicBezTo>
                        <a:pt x="2387" y="1"/>
                        <a:pt x="2251" y="21"/>
                        <a:pt x="2123" y="65"/>
                      </a:cubicBezTo>
                      <a:cubicBezTo>
                        <a:pt x="1918" y="93"/>
                        <a:pt x="1741" y="213"/>
                        <a:pt x="1592" y="298"/>
                      </a:cubicBezTo>
                      <a:cubicBezTo>
                        <a:pt x="1451" y="355"/>
                        <a:pt x="1302" y="447"/>
                        <a:pt x="1182" y="532"/>
                      </a:cubicBezTo>
                      <a:cubicBezTo>
                        <a:pt x="885" y="800"/>
                        <a:pt x="680" y="1303"/>
                        <a:pt x="623" y="1656"/>
                      </a:cubicBezTo>
                      <a:cubicBezTo>
                        <a:pt x="531" y="1946"/>
                        <a:pt x="475" y="2272"/>
                        <a:pt x="446" y="2569"/>
                      </a:cubicBezTo>
                      <a:cubicBezTo>
                        <a:pt x="326" y="2894"/>
                        <a:pt x="213" y="3100"/>
                        <a:pt x="64" y="3248"/>
                      </a:cubicBezTo>
                      <a:cubicBezTo>
                        <a:pt x="36" y="3305"/>
                        <a:pt x="1" y="3361"/>
                        <a:pt x="36" y="3425"/>
                      </a:cubicBezTo>
                      <a:cubicBezTo>
                        <a:pt x="36" y="3482"/>
                        <a:pt x="64" y="3510"/>
                        <a:pt x="121" y="3538"/>
                      </a:cubicBezTo>
                      <a:cubicBezTo>
                        <a:pt x="213" y="3573"/>
                        <a:pt x="298" y="3602"/>
                        <a:pt x="390" y="3602"/>
                      </a:cubicBezTo>
                      <a:cubicBezTo>
                        <a:pt x="354" y="3807"/>
                        <a:pt x="390" y="3984"/>
                        <a:pt x="390" y="4189"/>
                      </a:cubicBezTo>
                      <a:cubicBezTo>
                        <a:pt x="390" y="4599"/>
                        <a:pt x="475" y="5222"/>
                        <a:pt x="885" y="5519"/>
                      </a:cubicBezTo>
                      <a:cubicBezTo>
                        <a:pt x="1126" y="5696"/>
                        <a:pt x="1387" y="5752"/>
                        <a:pt x="1769" y="5752"/>
                      </a:cubicBezTo>
                      <a:cubicBezTo>
                        <a:pt x="2512" y="5752"/>
                        <a:pt x="3396" y="5427"/>
                        <a:pt x="3778" y="5102"/>
                      </a:cubicBezTo>
                      <a:cubicBezTo>
                        <a:pt x="4309" y="4691"/>
                        <a:pt x="4691" y="4040"/>
                        <a:pt x="4840" y="3305"/>
                      </a:cubicBezTo>
                      <a:cubicBezTo>
                        <a:pt x="4953" y="2626"/>
                        <a:pt x="4896" y="1982"/>
                        <a:pt x="4663" y="1451"/>
                      </a:cubicBezTo>
                      <a:cubicBezTo>
                        <a:pt x="4394" y="885"/>
                        <a:pt x="3955" y="475"/>
                        <a:pt x="3304" y="178"/>
                      </a:cubicBezTo>
                      <a:cubicBezTo>
                        <a:pt x="3042" y="65"/>
                        <a:pt x="2777" y="1"/>
                        <a:pt x="252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624;p37"/>
                <p:cNvSpPr/>
                <p:nvPr/>
              </p:nvSpPr>
              <p:spPr>
                <a:xfrm>
                  <a:off x="3451833" y="3999212"/>
                  <a:ext cx="8865" cy="1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2" h="48" extrusionOk="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33" y="34"/>
                        <a:pt x="88" y="47"/>
                        <a:pt x="145" y="47"/>
                      </a:cubicBezTo>
                      <a:cubicBezTo>
                        <a:pt x="185" y="47"/>
                        <a:pt x="227" y="41"/>
                        <a:pt x="262" y="2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625;p37"/>
                <p:cNvSpPr/>
                <p:nvPr/>
              </p:nvSpPr>
              <p:spPr>
                <a:xfrm>
                  <a:off x="3449667" y="3998265"/>
                  <a:ext cx="13196" cy="38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" h="114" extrusionOk="0">
                      <a:moveTo>
                        <a:pt x="36" y="0"/>
                      </a:moveTo>
                      <a:cubicBezTo>
                        <a:pt x="0" y="29"/>
                        <a:pt x="36" y="29"/>
                        <a:pt x="36" y="57"/>
                      </a:cubicBezTo>
                      <a:cubicBezTo>
                        <a:pt x="92" y="85"/>
                        <a:pt x="177" y="113"/>
                        <a:pt x="269" y="113"/>
                      </a:cubicBezTo>
                      <a:cubicBezTo>
                        <a:pt x="298" y="113"/>
                        <a:pt x="326" y="113"/>
                        <a:pt x="354" y="85"/>
                      </a:cubicBezTo>
                      <a:cubicBezTo>
                        <a:pt x="354" y="85"/>
                        <a:pt x="389" y="85"/>
                        <a:pt x="354" y="57"/>
                      </a:cubicBezTo>
                      <a:cubicBezTo>
                        <a:pt x="354" y="57"/>
                        <a:pt x="354" y="44"/>
                        <a:pt x="346" y="44"/>
                      </a:cubicBezTo>
                      <a:cubicBezTo>
                        <a:pt x="342" y="44"/>
                        <a:pt x="335" y="47"/>
                        <a:pt x="326" y="57"/>
                      </a:cubicBezTo>
                      <a:cubicBezTo>
                        <a:pt x="241" y="57"/>
                        <a:pt x="149" y="57"/>
                        <a:pt x="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6" name="Google Shape;626;p37"/>
                <p:cNvSpPr/>
                <p:nvPr/>
              </p:nvSpPr>
              <p:spPr>
                <a:xfrm>
                  <a:off x="3451833" y="3852196"/>
                  <a:ext cx="279105" cy="301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49" h="8921" extrusionOk="0">
                      <a:moveTo>
                        <a:pt x="3292" y="1"/>
                      </a:moveTo>
                      <a:cubicBezTo>
                        <a:pt x="2650" y="1"/>
                        <a:pt x="1995" y="68"/>
                        <a:pt x="1415" y="334"/>
                      </a:cubicBezTo>
                      <a:cubicBezTo>
                        <a:pt x="736" y="603"/>
                        <a:pt x="177" y="1190"/>
                        <a:pt x="0" y="1869"/>
                      </a:cubicBezTo>
                      <a:cubicBezTo>
                        <a:pt x="0" y="1926"/>
                        <a:pt x="28" y="1983"/>
                        <a:pt x="85" y="1983"/>
                      </a:cubicBezTo>
                      <a:cubicBezTo>
                        <a:pt x="205" y="2018"/>
                        <a:pt x="382" y="2103"/>
                        <a:pt x="410" y="2103"/>
                      </a:cubicBezTo>
                      <a:cubicBezTo>
                        <a:pt x="587" y="2280"/>
                        <a:pt x="502" y="2372"/>
                        <a:pt x="559" y="2549"/>
                      </a:cubicBezTo>
                      <a:cubicBezTo>
                        <a:pt x="559" y="2605"/>
                        <a:pt x="587" y="2662"/>
                        <a:pt x="616" y="2725"/>
                      </a:cubicBezTo>
                      <a:cubicBezTo>
                        <a:pt x="764" y="2987"/>
                        <a:pt x="941" y="3164"/>
                        <a:pt x="969" y="3461"/>
                      </a:cubicBezTo>
                      <a:cubicBezTo>
                        <a:pt x="998" y="3815"/>
                        <a:pt x="821" y="4048"/>
                        <a:pt x="644" y="4346"/>
                      </a:cubicBezTo>
                      <a:cubicBezTo>
                        <a:pt x="439" y="4756"/>
                        <a:pt x="439" y="5230"/>
                        <a:pt x="736" y="5612"/>
                      </a:cubicBezTo>
                      <a:cubicBezTo>
                        <a:pt x="884" y="5845"/>
                        <a:pt x="1090" y="6022"/>
                        <a:pt x="1295" y="6227"/>
                      </a:cubicBezTo>
                      <a:cubicBezTo>
                        <a:pt x="1472" y="6440"/>
                        <a:pt x="1620" y="6673"/>
                        <a:pt x="1620" y="6970"/>
                      </a:cubicBezTo>
                      <a:cubicBezTo>
                        <a:pt x="1648" y="7112"/>
                        <a:pt x="1592" y="7288"/>
                        <a:pt x="1592" y="7465"/>
                      </a:cubicBezTo>
                      <a:cubicBezTo>
                        <a:pt x="1592" y="7883"/>
                        <a:pt x="1946" y="8236"/>
                        <a:pt x="2328" y="8442"/>
                      </a:cubicBezTo>
                      <a:cubicBezTo>
                        <a:pt x="2829" y="8745"/>
                        <a:pt x="3408" y="8920"/>
                        <a:pt x="3986" y="8920"/>
                      </a:cubicBezTo>
                      <a:cubicBezTo>
                        <a:pt x="4192" y="8920"/>
                        <a:pt x="4397" y="8898"/>
                        <a:pt x="4598" y="8852"/>
                      </a:cubicBezTo>
                      <a:cubicBezTo>
                        <a:pt x="5334" y="8675"/>
                        <a:pt x="5950" y="8173"/>
                        <a:pt x="6657" y="7854"/>
                      </a:cubicBezTo>
                      <a:cubicBezTo>
                        <a:pt x="7103" y="7642"/>
                        <a:pt x="7633" y="7437"/>
                        <a:pt x="7930" y="7027"/>
                      </a:cubicBezTo>
                      <a:cubicBezTo>
                        <a:pt x="8192" y="6645"/>
                        <a:pt x="8249" y="6050"/>
                        <a:pt x="8192" y="5584"/>
                      </a:cubicBezTo>
                      <a:cubicBezTo>
                        <a:pt x="8072" y="4933"/>
                        <a:pt x="7754" y="4346"/>
                        <a:pt x="7336" y="3843"/>
                      </a:cubicBezTo>
                      <a:cubicBezTo>
                        <a:pt x="6926" y="3313"/>
                        <a:pt x="6395" y="2839"/>
                        <a:pt x="6162" y="2223"/>
                      </a:cubicBezTo>
                      <a:cubicBezTo>
                        <a:pt x="5893" y="1629"/>
                        <a:pt x="5836" y="922"/>
                        <a:pt x="5362" y="483"/>
                      </a:cubicBezTo>
                      <a:cubicBezTo>
                        <a:pt x="4952" y="73"/>
                        <a:pt x="4301" y="9"/>
                        <a:pt x="3714" y="9"/>
                      </a:cubicBezTo>
                      <a:cubicBezTo>
                        <a:pt x="3575" y="4"/>
                        <a:pt x="3434" y="1"/>
                        <a:pt x="329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627;p37"/>
                <p:cNvSpPr/>
                <p:nvPr/>
              </p:nvSpPr>
              <p:spPr>
                <a:xfrm>
                  <a:off x="3558585" y="3808142"/>
                  <a:ext cx="77990" cy="56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5" h="1672" extrusionOk="0">
                      <a:moveTo>
                        <a:pt x="1029" y="1"/>
                      </a:moveTo>
                      <a:cubicBezTo>
                        <a:pt x="874" y="1"/>
                        <a:pt x="724" y="26"/>
                        <a:pt x="587" y="101"/>
                      </a:cubicBezTo>
                      <a:cubicBezTo>
                        <a:pt x="29" y="490"/>
                        <a:pt x="0" y="1516"/>
                        <a:pt x="736" y="1665"/>
                      </a:cubicBezTo>
                      <a:cubicBezTo>
                        <a:pt x="769" y="1669"/>
                        <a:pt x="803" y="1672"/>
                        <a:pt x="838" y="1672"/>
                      </a:cubicBezTo>
                      <a:cubicBezTo>
                        <a:pt x="1474" y="1672"/>
                        <a:pt x="2305" y="897"/>
                        <a:pt x="1882" y="313"/>
                      </a:cubicBezTo>
                      <a:cubicBezTo>
                        <a:pt x="1733" y="101"/>
                        <a:pt x="1500" y="45"/>
                        <a:pt x="1267" y="16"/>
                      </a:cubicBezTo>
                      <a:cubicBezTo>
                        <a:pt x="1186" y="7"/>
                        <a:pt x="1107" y="1"/>
                        <a:pt x="1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628;p37"/>
                <p:cNvSpPr/>
                <p:nvPr/>
              </p:nvSpPr>
              <p:spPr>
                <a:xfrm>
                  <a:off x="3363014" y="4317336"/>
                  <a:ext cx="32820" cy="96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0" h="2859" extrusionOk="0">
                      <a:moveTo>
                        <a:pt x="941" y="0"/>
                      </a:moveTo>
                      <a:cubicBezTo>
                        <a:pt x="941" y="0"/>
                        <a:pt x="913" y="0"/>
                        <a:pt x="913" y="29"/>
                      </a:cubicBezTo>
                      <a:cubicBezTo>
                        <a:pt x="885" y="121"/>
                        <a:pt x="828" y="177"/>
                        <a:pt x="793" y="262"/>
                      </a:cubicBezTo>
                      <a:cubicBezTo>
                        <a:pt x="651" y="559"/>
                        <a:pt x="531" y="828"/>
                        <a:pt x="439" y="1182"/>
                      </a:cubicBezTo>
                      <a:cubicBezTo>
                        <a:pt x="382" y="1564"/>
                        <a:pt x="298" y="1769"/>
                        <a:pt x="234" y="1974"/>
                      </a:cubicBezTo>
                      <a:cubicBezTo>
                        <a:pt x="149" y="2208"/>
                        <a:pt x="85" y="2420"/>
                        <a:pt x="0" y="2830"/>
                      </a:cubicBezTo>
                      <a:cubicBezTo>
                        <a:pt x="0" y="2830"/>
                        <a:pt x="0" y="2858"/>
                        <a:pt x="29" y="2858"/>
                      </a:cubicBezTo>
                      <a:lnTo>
                        <a:pt x="57" y="2830"/>
                      </a:lnTo>
                      <a:cubicBezTo>
                        <a:pt x="149" y="2448"/>
                        <a:pt x="206" y="2208"/>
                        <a:pt x="298" y="2002"/>
                      </a:cubicBezTo>
                      <a:cubicBezTo>
                        <a:pt x="354" y="1797"/>
                        <a:pt x="439" y="1564"/>
                        <a:pt x="503" y="1182"/>
                      </a:cubicBezTo>
                      <a:cubicBezTo>
                        <a:pt x="588" y="856"/>
                        <a:pt x="708" y="588"/>
                        <a:pt x="856" y="297"/>
                      </a:cubicBezTo>
                      <a:cubicBezTo>
                        <a:pt x="885" y="205"/>
                        <a:pt x="913" y="121"/>
                        <a:pt x="970" y="57"/>
                      </a:cubicBezTo>
                      <a:cubicBezTo>
                        <a:pt x="970" y="29"/>
                        <a:pt x="970" y="29"/>
                        <a:pt x="94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629;p37"/>
                <p:cNvSpPr/>
                <p:nvPr/>
              </p:nvSpPr>
              <p:spPr>
                <a:xfrm>
                  <a:off x="3758927" y="4344134"/>
                  <a:ext cx="27068" cy="119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3538" extrusionOk="0">
                      <a:moveTo>
                        <a:pt x="29" y="1"/>
                      </a:moveTo>
                      <a:cubicBezTo>
                        <a:pt x="0" y="36"/>
                        <a:pt x="0" y="36"/>
                        <a:pt x="0" y="64"/>
                      </a:cubicBezTo>
                      <a:cubicBezTo>
                        <a:pt x="57" y="326"/>
                        <a:pt x="149" y="595"/>
                        <a:pt x="206" y="857"/>
                      </a:cubicBezTo>
                      <a:cubicBezTo>
                        <a:pt x="446" y="1741"/>
                        <a:pt x="680" y="2654"/>
                        <a:pt x="736" y="3510"/>
                      </a:cubicBezTo>
                      <a:cubicBezTo>
                        <a:pt x="736" y="3538"/>
                        <a:pt x="736" y="3538"/>
                        <a:pt x="764" y="3538"/>
                      </a:cubicBezTo>
                      <a:lnTo>
                        <a:pt x="800" y="3510"/>
                      </a:lnTo>
                      <a:cubicBezTo>
                        <a:pt x="736" y="2625"/>
                        <a:pt x="503" y="1713"/>
                        <a:pt x="269" y="857"/>
                      </a:cubicBezTo>
                      <a:cubicBezTo>
                        <a:pt x="206" y="567"/>
                        <a:pt x="121" y="298"/>
                        <a:pt x="57" y="36"/>
                      </a:cubicBezTo>
                      <a:cubicBezTo>
                        <a:pt x="57" y="36"/>
                        <a:pt x="57" y="1"/>
                        <a:pt x="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630;p37"/>
                <p:cNvSpPr/>
                <p:nvPr/>
              </p:nvSpPr>
              <p:spPr>
                <a:xfrm>
                  <a:off x="3582507" y="4119295"/>
                  <a:ext cx="118524" cy="78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3" h="2316" extrusionOk="0">
                      <a:moveTo>
                        <a:pt x="2713" y="1"/>
                      </a:moveTo>
                      <a:cubicBezTo>
                        <a:pt x="2630" y="1"/>
                        <a:pt x="2549" y="15"/>
                        <a:pt x="2477" y="45"/>
                      </a:cubicBezTo>
                      <a:cubicBezTo>
                        <a:pt x="2088" y="222"/>
                        <a:pt x="1946" y="724"/>
                        <a:pt x="1621" y="986"/>
                      </a:cubicBezTo>
                      <a:cubicBezTo>
                        <a:pt x="1444" y="1106"/>
                        <a:pt x="1239" y="1163"/>
                        <a:pt x="998" y="1227"/>
                      </a:cubicBezTo>
                      <a:cubicBezTo>
                        <a:pt x="736" y="1283"/>
                        <a:pt x="354" y="1340"/>
                        <a:pt x="142" y="1552"/>
                      </a:cubicBezTo>
                      <a:cubicBezTo>
                        <a:pt x="1" y="1694"/>
                        <a:pt x="1" y="2019"/>
                        <a:pt x="178" y="2196"/>
                      </a:cubicBezTo>
                      <a:cubicBezTo>
                        <a:pt x="272" y="2277"/>
                        <a:pt x="412" y="2316"/>
                        <a:pt x="556" y="2316"/>
                      </a:cubicBezTo>
                      <a:cubicBezTo>
                        <a:pt x="626" y="2316"/>
                        <a:pt x="697" y="2306"/>
                        <a:pt x="765" y="2288"/>
                      </a:cubicBezTo>
                      <a:cubicBezTo>
                        <a:pt x="970" y="2260"/>
                        <a:pt x="1175" y="2196"/>
                        <a:pt x="1416" y="2196"/>
                      </a:cubicBezTo>
                      <a:cubicBezTo>
                        <a:pt x="1500" y="2196"/>
                        <a:pt x="1649" y="2224"/>
                        <a:pt x="1769" y="2224"/>
                      </a:cubicBezTo>
                      <a:cubicBezTo>
                        <a:pt x="1911" y="2224"/>
                        <a:pt x="2088" y="2224"/>
                        <a:pt x="2208" y="2139"/>
                      </a:cubicBezTo>
                      <a:cubicBezTo>
                        <a:pt x="2328" y="2047"/>
                        <a:pt x="2385" y="1934"/>
                        <a:pt x="2441" y="1814"/>
                      </a:cubicBezTo>
                      <a:cubicBezTo>
                        <a:pt x="2618" y="1580"/>
                        <a:pt x="2859" y="1432"/>
                        <a:pt x="3092" y="1255"/>
                      </a:cubicBezTo>
                      <a:cubicBezTo>
                        <a:pt x="3297" y="1078"/>
                        <a:pt x="3502" y="809"/>
                        <a:pt x="3446" y="519"/>
                      </a:cubicBezTo>
                      <a:cubicBezTo>
                        <a:pt x="3401" y="215"/>
                        <a:pt x="3038" y="1"/>
                        <a:pt x="271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631;p37"/>
                <p:cNvSpPr/>
                <p:nvPr/>
              </p:nvSpPr>
              <p:spPr>
                <a:xfrm>
                  <a:off x="3463777" y="4049425"/>
                  <a:ext cx="230315" cy="1420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07" h="4197" extrusionOk="0">
                      <a:moveTo>
                        <a:pt x="3225" y="1"/>
                      </a:moveTo>
                      <a:cubicBezTo>
                        <a:pt x="2550" y="1"/>
                        <a:pt x="1875" y="64"/>
                        <a:pt x="1210" y="193"/>
                      </a:cubicBezTo>
                      <a:cubicBezTo>
                        <a:pt x="970" y="221"/>
                        <a:pt x="737" y="285"/>
                        <a:pt x="531" y="434"/>
                      </a:cubicBezTo>
                      <a:cubicBezTo>
                        <a:pt x="178" y="639"/>
                        <a:pt x="1" y="1077"/>
                        <a:pt x="29" y="1495"/>
                      </a:cubicBezTo>
                      <a:cubicBezTo>
                        <a:pt x="29" y="1905"/>
                        <a:pt x="206" y="2287"/>
                        <a:pt x="439" y="2641"/>
                      </a:cubicBezTo>
                      <a:cubicBezTo>
                        <a:pt x="1171" y="3667"/>
                        <a:pt x="2335" y="4196"/>
                        <a:pt x="3548" y="4196"/>
                      </a:cubicBezTo>
                      <a:cubicBezTo>
                        <a:pt x="3907" y="4196"/>
                        <a:pt x="4270" y="4150"/>
                        <a:pt x="4627" y="4056"/>
                      </a:cubicBezTo>
                      <a:cubicBezTo>
                        <a:pt x="5809" y="3730"/>
                        <a:pt x="6806" y="2287"/>
                        <a:pt x="6750" y="1077"/>
                      </a:cubicBezTo>
                      <a:cubicBezTo>
                        <a:pt x="6750" y="901"/>
                        <a:pt x="6721" y="695"/>
                        <a:pt x="6573" y="575"/>
                      </a:cubicBezTo>
                      <a:cubicBezTo>
                        <a:pt x="6481" y="519"/>
                        <a:pt x="6368" y="462"/>
                        <a:pt x="6276" y="434"/>
                      </a:cubicBezTo>
                      <a:cubicBezTo>
                        <a:pt x="5281" y="148"/>
                        <a:pt x="4253" y="1"/>
                        <a:pt x="322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632;p37"/>
                <p:cNvSpPr/>
                <p:nvPr/>
              </p:nvSpPr>
              <p:spPr>
                <a:xfrm>
                  <a:off x="3473589" y="4131815"/>
                  <a:ext cx="91964" cy="627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8" h="1855" extrusionOk="0">
                      <a:moveTo>
                        <a:pt x="36" y="1"/>
                      </a:moveTo>
                      <a:cubicBezTo>
                        <a:pt x="36" y="1"/>
                        <a:pt x="1" y="1"/>
                        <a:pt x="36" y="29"/>
                      </a:cubicBezTo>
                      <a:cubicBezTo>
                        <a:pt x="355" y="1267"/>
                        <a:pt x="1656" y="1798"/>
                        <a:pt x="2654" y="1854"/>
                      </a:cubicBezTo>
                      <a:lnTo>
                        <a:pt x="2689" y="1854"/>
                      </a:lnTo>
                      <a:cubicBezTo>
                        <a:pt x="2689" y="1854"/>
                        <a:pt x="2689" y="1826"/>
                        <a:pt x="2717" y="1826"/>
                      </a:cubicBezTo>
                      <a:cubicBezTo>
                        <a:pt x="2717" y="1798"/>
                        <a:pt x="2689" y="1798"/>
                        <a:pt x="2689" y="1798"/>
                      </a:cubicBezTo>
                      <a:cubicBezTo>
                        <a:pt x="1685" y="1741"/>
                        <a:pt x="390" y="1239"/>
                        <a:pt x="9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37"/>
                <p:cNvSpPr/>
                <p:nvPr/>
              </p:nvSpPr>
              <p:spPr>
                <a:xfrm>
                  <a:off x="3189470" y="4315408"/>
                  <a:ext cx="24936" cy="847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" h="2506" extrusionOk="0">
                      <a:moveTo>
                        <a:pt x="708" y="1"/>
                      </a:moveTo>
                      <a:cubicBezTo>
                        <a:pt x="680" y="1"/>
                        <a:pt x="680" y="29"/>
                        <a:pt x="680" y="29"/>
                      </a:cubicBezTo>
                      <a:cubicBezTo>
                        <a:pt x="616" y="178"/>
                        <a:pt x="616" y="319"/>
                        <a:pt x="616" y="468"/>
                      </a:cubicBezTo>
                      <a:lnTo>
                        <a:pt x="616" y="560"/>
                      </a:lnTo>
                      <a:cubicBezTo>
                        <a:pt x="616" y="645"/>
                        <a:pt x="616" y="736"/>
                        <a:pt x="588" y="821"/>
                      </a:cubicBezTo>
                      <a:cubicBezTo>
                        <a:pt x="559" y="970"/>
                        <a:pt x="475" y="1119"/>
                        <a:pt x="383" y="1239"/>
                      </a:cubicBezTo>
                      <a:cubicBezTo>
                        <a:pt x="354" y="1295"/>
                        <a:pt x="326" y="1324"/>
                        <a:pt x="326" y="1352"/>
                      </a:cubicBezTo>
                      <a:cubicBezTo>
                        <a:pt x="121" y="1706"/>
                        <a:pt x="1" y="2088"/>
                        <a:pt x="1" y="2477"/>
                      </a:cubicBezTo>
                      <a:lnTo>
                        <a:pt x="29" y="2505"/>
                      </a:lnTo>
                      <a:cubicBezTo>
                        <a:pt x="57" y="2505"/>
                        <a:pt x="57" y="2477"/>
                        <a:pt x="57" y="2477"/>
                      </a:cubicBezTo>
                      <a:cubicBezTo>
                        <a:pt x="57" y="2088"/>
                        <a:pt x="177" y="1706"/>
                        <a:pt x="354" y="1380"/>
                      </a:cubicBezTo>
                      <a:cubicBezTo>
                        <a:pt x="383" y="1352"/>
                        <a:pt x="411" y="1324"/>
                        <a:pt x="439" y="1267"/>
                      </a:cubicBezTo>
                      <a:cubicBezTo>
                        <a:pt x="531" y="1147"/>
                        <a:pt x="616" y="998"/>
                        <a:pt x="651" y="821"/>
                      </a:cubicBezTo>
                      <a:cubicBezTo>
                        <a:pt x="680" y="736"/>
                        <a:pt x="680" y="645"/>
                        <a:pt x="680" y="560"/>
                      </a:cubicBezTo>
                      <a:lnTo>
                        <a:pt x="680" y="468"/>
                      </a:lnTo>
                      <a:cubicBezTo>
                        <a:pt x="680" y="319"/>
                        <a:pt x="680" y="178"/>
                        <a:pt x="736" y="57"/>
                      </a:cubicBezTo>
                      <a:cubicBezTo>
                        <a:pt x="736" y="29"/>
                        <a:pt x="708" y="29"/>
                        <a:pt x="70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37"/>
                <p:cNvSpPr/>
                <p:nvPr/>
              </p:nvSpPr>
              <p:spPr>
                <a:xfrm>
                  <a:off x="3070740" y="4229499"/>
                  <a:ext cx="92911" cy="46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6" h="1387" extrusionOk="0">
                      <a:moveTo>
                        <a:pt x="2746" y="0"/>
                      </a:moveTo>
                      <a:cubicBezTo>
                        <a:pt x="2710" y="0"/>
                        <a:pt x="2710" y="0"/>
                        <a:pt x="2682" y="28"/>
                      </a:cubicBezTo>
                      <a:cubicBezTo>
                        <a:pt x="2569" y="269"/>
                        <a:pt x="2272" y="382"/>
                        <a:pt x="1974" y="502"/>
                      </a:cubicBezTo>
                      <a:cubicBezTo>
                        <a:pt x="1649" y="623"/>
                        <a:pt x="1331" y="771"/>
                        <a:pt x="1005" y="913"/>
                      </a:cubicBezTo>
                      <a:cubicBezTo>
                        <a:pt x="680" y="1061"/>
                        <a:pt x="326" y="1210"/>
                        <a:pt x="1" y="1330"/>
                      </a:cubicBezTo>
                      <a:lnTo>
                        <a:pt x="1" y="1387"/>
                      </a:lnTo>
                      <a:lnTo>
                        <a:pt x="29" y="1387"/>
                      </a:lnTo>
                      <a:cubicBezTo>
                        <a:pt x="354" y="1266"/>
                        <a:pt x="680" y="1125"/>
                        <a:pt x="1005" y="976"/>
                      </a:cubicBezTo>
                      <a:cubicBezTo>
                        <a:pt x="1331" y="828"/>
                        <a:pt x="1684" y="679"/>
                        <a:pt x="2003" y="559"/>
                      </a:cubicBezTo>
                      <a:cubicBezTo>
                        <a:pt x="2300" y="446"/>
                        <a:pt x="2597" y="297"/>
                        <a:pt x="2746" y="64"/>
                      </a:cubicBezTo>
                      <a:lnTo>
                        <a:pt x="27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37"/>
                <p:cNvSpPr/>
                <p:nvPr/>
              </p:nvSpPr>
              <p:spPr>
                <a:xfrm>
                  <a:off x="3193530" y="4372150"/>
                  <a:ext cx="9846" cy="34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005" extrusionOk="0">
                      <a:moveTo>
                        <a:pt x="29" y="0"/>
                      </a:moveTo>
                      <a:cubicBezTo>
                        <a:pt x="1" y="0"/>
                        <a:pt x="1" y="29"/>
                        <a:pt x="1" y="29"/>
                      </a:cubicBezTo>
                      <a:cubicBezTo>
                        <a:pt x="86" y="354"/>
                        <a:pt x="206" y="651"/>
                        <a:pt x="234" y="977"/>
                      </a:cubicBezTo>
                      <a:cubicBezTo>
                        <a:pt x="234" y="977"/>
                        <a:pt x="234" y="1005"/>
                        <a:pt x="263" y="1005"/>
                      </a:cubicBezTo>
                      <a:cubicBezTo>
                        <a:pt x="291" y="1005"/>
                        <a:pt x="291" y="977"/>
                        <a:pt x="291" y="977"/>
                      </a:cubicBezTo>
                      <a:cubicBezTo>
                        <a:pt x="263" y="651"/>
                        <a:pt x="142" y="326"/>
                        <a:pt x="57" y="29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6" name="Google Shape;636;p37"/>
                <p:cNvSpPr/>
                <p:nvPr/>
              </p:nvSpPr>
              <p:spPr>
                <a:xfrm>
                  <a:off x="3168424" y="4472913"/>
                  <a:ext cx="17019" cy="7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3" h="235" extrusionOk="0">
                      <a:moveTo>
                        <a:pt x="64" y="1"/>
                      </a:moveTo>
                      <a:cubicBezTo>
                        <a:pt x="35" y="1"/>
                        <a:pt x="35" y="1"/>
                        <a:pt x="0" y="29"/>
                      </a:cubicBezTo>
                      <a:lnTo>
                        <a:pt x="35" y="57"/>
                      </a:lnTo>
                      <a:lnTo>
                        <a:pt x="474" y="234"/>
                      </a:lnTo>
                      <a:lnTo>
                        <a:pt x="502" y="206"/>
                      </a:lnTo>
                      <a:cubicBezTo>
                        <a:pt x="502" y="178"/>
                        <a:pt x="502" y="178"/>
                        <a:pt x="474" y="178"/>
                      </a:cubicBezTo>
                      <a:lnTo>
                        <a:pt x="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7" name="Google Shape;637;p37"/>
                <p:cNvSpPr/>
                <p:nvPr/>
              </p:nvSpPr>
              <p:spPr>
                <a:xfrm>
                  <a:off x="3070740" y="4236435"/>
                  <a:ext cx="9135" cy="37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0" h="1097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93" y="389"/>
                        <a:pt x="178" y="708"/>
                        <a:pt x="206" y="1061"/>
                      </a:cubicBezTo>
                      <a:lnTo>
                        <a:pt x="234" y="1097"/>
                      </a:lnTo>
                      <a:cubicBezTo>
                        <a:pt x="270" y="1097"/>
                        <a:pt x="270" y="1061"/>
                        <a:pt x="270" y="1061"/>
                      </a:cubicBezTo>
                      <a:cubicBezTo>
                        <a:pt x="234" y="708"/>
                        <a:pt x="149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8" name="Google Shape;638;p37"/>
                <p:cNvSpPr/>
                <p:nvPr/>
              </p:nvSpPr>
              <p:spPr>
                <a:xfrm>
                  <a:off x="3079842" y="4231630"/>
                  <a:ext cx="10793" cy="378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" h="1119" extrusionOk="0">
                      <a:moveTo>
                        <a:pt x="29" y="1"/>
                      </a:moveTo>
                      <a:cubicBezTo>
                        <a:pt x="1" y="1"/>
                        <a:pt x="1" y="1"/>
                        <a:pt x="1" y="29"/>
                      </a:cubicBezTo>
                      <a:cubicBezTo>
                        <a:pt x="114" y="383"/>
                        <a:pt x="206" y="736"/>
                        <a:pt x="262" y="1090"/>
                      </a:cubicBezTo>
                      <a:cubicBezTo>
                        <a:pt x="262" y="1118"/>
                        <a:pt x="262" y="1118"/>
                        <a:pt x="291" y="1118"/>
                      </a:cubicBezTo>
                      <a:cubicBezTo>
                        <a:pt x="291" y="1118"/>
                        <a:pt x="319" y="1118"/>
                        <a:pt x="319" y="1090"/>
                      </a:cubicBezTo>
                      <a:cubicBezTo>
                        <a:pt x="262" y="736"/>
                        <a:pt x="177" y="354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9" name="Google Shape;639;p37"/>
                <p:cNvSpPr/>
                <p:nvPr/>
              </p:nvSpPr>
              <p:spPr>
                <a:xfrm>
                  <a:off x="3088707" y="4227130"/>
                  <a:ext cx="11978" cy="38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1132" extrusionOk="0">
                      <a:moveTo>
                        <a:pt x="36" y="1"/>
                      </a:moveTo>
                      <a:cubicBezTo>
                        <a:pt x="32" y="1"/>
                        <a:pt x="29" y="4"/>
                        <a:pt x="29" y="13"/>
                      </a:cubicBezTo>
                      <a:cubicBezTo>
                        <a:pt x="0" y="13"/>
                        <a:pt x="0" y="13"/>
                        <a:pt x="0" y="42"/>
                      </a:cubicBezTo>
                      <a:cubicBezTo>
                        <a:pt x="29" y="134"/>
                        <a:pt x="57" y="247"/>
                        <a:pt x="92" y="339"/>
                      </a:cubicBezTo>
                      <a:cubicBezTo>
                        <a:pt x="121" y="395"/>
                        <a:pt x="121" y="452"/>
                        <a:pt x="149" y="516"/>
                      </a:cubicBezTo>
                      <a:cubicBezTo>
                        <a:pt x="149" y="572"/>
                        <a:pt x="177" y="664"/>
                        <a:pt x="177" y="721"/>
                      </a:cubicBezTo>
                      <a:cubicBezTo>
                        <a:pt x="205" y="841"/>
                        <a:pt x="269" y="983"/>
                        <a:pt x="297" y="1103"/>
                      </a:cubicBezTo>
                      <a:lnTo>
                        <a:pt x="326" y="1131"/>
                      </a:lnTo>
                      <a:cubicBezTo>
                        <a:pt x="354" y="1103"/>
                        <a:pt x="354" y="1103"/>
                        <a:pt x="354" y="1075"/>
                      </a:cubicBezTo>
                      <a:cubicBezTo>
                        <a:pt x="326" y="954"/>
                        <a:pt x="269" y="841"/>
                        <a:pt x="234" y="693"/>
                      </a:cubicBezTo>
                      <a:cubicBezTo>
                        <a:pt x="234" y="629"/>
                        <a:pt x="205" y="572"/>
                        <a:pt x="205" y="516"/>
                      </a:cubicBezTo>
                      <a:cubicBezTo>
                        <a:pt x="177" y="452"/>
                        <a:pt x="177" y="395"/>
                        <a:pt x="149" y="339"/>
                      </a:cubicBezTo>
                      <a:cubicBezTo>
                        <a:pt x="121" y="219"/>
                        <a:pt x="92" y="134"/>
                        <a:pt x="57" y="13"/>
                      </a:cubicBezTo>
                      <a:cubicBezTo>
                        <a:pt x="57" y="13"/>
                        <a:pt x="44" y="1"/>
                        <a:pt x="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37"/>
                <p:cNvSpPr/>
                <p:nvPr/>
              </p:nvSpPr>
              <p:spPr>
                <a:xfrm>
                  <a:off x="3095643" y="4223510"/>
                  <a:ext cx="14143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8" h="1126" extrusionOk="0">
                      <a:moveTo>
                        <a:pt x="29" y="0"/>
                      </a:moveTo>
                      <a:cubicBezTo>
                        <a:pt x="29" y="0"/>
                        <a:pt x="0" y="0"/>
                        <a:pt x="0" y="28"/>
                      </a:cubicBezTo>
                      <a:cubicBezTo>
                        <a:pt x="0" y="64"/>
                        <a:pt x="29" y="120"/>
                        <a:pt x="29" y="149"/>
                      </a:cubicBezTo>
                      <a:cubicBezTo>
                        <a:pt x="121" y="326"/>
                        <a:pt x="177" y="502"/>
                        <a:pt x="241" y="679"/>
                      </a:cubicBezTo>
                      <a:cubicBezTo>
                        <a:pt x="269" y="828"/>
                        <a:pt x="298" y="976"/>
                        <a:pt x="354" y="1090"/>
                      </a:cubicBezTo>
                      <a:cubicBezTo>
                        <a:pt x="354" y="1125"/>
                        <a:pt x="382" y="1125"/>
                        <a:pt x="382" y="1125"/>
                      </a:cubicBezTo>
                      <a:lnTo>
                        <a:pt x="418" y="1125"/>
                      </a:lnTo>
                      <a:lnTo>
                        <a:pt x="418" y="1061"/>
                      </a:lnTo>
                      <a:cubicBezTo>
                        <a:pt x="354" y="948"/>
                        <a:pt x="326" y="800"/>
                        <a:pt x="298" y="679"/>
                      </a:cubicBezTo>
                      <a:cubicBezTo>
                        <a:pt x="241" y="474"/>
                        <a:pt x="177" y="297"/>
                        <a:pt x="92" y="120"/>
                      </a:cubicBezTo>
                      <a:cubicBezTo>
                        <a:pt x="64" y="92"/>
                        <a:pt x="64" y="64"/>
                        <a:pt x="64" y="28"/>
                      </a:cubicBezTo>
                      <a:cubicBezTo>
                        <a:pt x="64" y="28"/>
                        <a:pt x="64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37"/>
                <p:cNvSpPr/>
                <p:nvPr/>
              </p:nvSpPr>
              <p:spPr>
                <a:xfrm>
                  <a:off x="3110734" y="4218062"/>
                  <a:ext cx="13906" cy="363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" h="1074" extrusionOk="0">
                      <a:moveTo>
                        <a:pt x="27" y="0"/>
                      </a:moveTo>
                      <a:cubicBezTo>
                        <a:pt x="19" y="0"/>
                        <a:pt x="10" y="3"/>
                        <a:pt x="0" y="13"/>
                      </a:cubicBezTo>
                      <a:lnTo>
                        <a:pt x="0" y="48"/>
                      </a:lnTo>
                      <a:lnTo>
                        <a:pt x="354" y="1045"/>
                      </a:lnTo>
                      <a:lnTo>
                        <a:pt x="354" y="1074"/>
                      </a:lnTo>
                      <a:lnTo>
                        <a:pt x="382" y="1074"/>
                      </a:lnTo>
                      <a:cubicBezTo>
                        <a:pt x="382" y="1074"/>
                        <a:pt x="410" y="1045"/>
                        <a:pt x="382" y="1045"/>
                      </a:cubicBezTo>
                      <a:lnTo>
                        <a:pt x="57" y="13"/>
                      </a:lnTo>
                      <a:cubicBezTo>
                        <a:pt x="57" y="13"/>
                        <a:pt x="44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2" name="Google Shape;642;p37"/>
                <p:cNvSpPr/>
                <p:nvPr/>
              </p:nvSpPr>
              <p:spPr>
                <a:xfrm>
                  <a:off x="3116689" y="4215592"/>
                  <a:ext cx="17053" cy="3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" h="1062" extrusionOk="0">
                      <a:moveTo>
                        <a:pt x="1" y="1"/>
                      </a:moveTo>
                      <a:lnTo>
                        <a:pt x="1" y="29"/>
                      </a:lnTo>
                      <a:cubicBezTo>
                        <a:pt x="114" y="206"/>
                        <a:pt x="206" y="354"/>
                        <a:pt x="263" y="531"/>
                      </a:cubicBezTo>
                      <a:cubicBezTo>
                        <a:pt x="291" y="588"/>
                        <a:pt x="291" y="652"/>
                        <a:pt x="326" y="708"/>
                      </a:cubicBezTo>
                      <a:cubicBezTo>
                        <a:pt x="355" y="828"/>
                        <a:pt x="383" y="942"/>
                        <a:pt x="440" y="1034"/>
                      </a:cubicBezTo>
                      <a:cubicBezTo>
                        <a:pt x="440" y="1062"/>
                        <a:pt x="468" y="1062"/>
                        <a:pt x="468" y="1062"/>
                      </a:cubicBezTo>
                      <a:cubicBezTo>
                        <a:pt x="503" y="1062"/>
                        <a:pt x="503" y="1034"/>
                        <a:pt x="503" y="1005"/>
                      </a:cubicBezTo>
                      <a:cubicBezTo>
                        <a:pt x="440" y="913"/>
                        <a:pt x="411" y="793"/>
                        <a:pt x="383" y="708"/>
                      </a:cubicBezTo>
                      <a:cubicBezTo>
                        <a:pt x="355" y="652"/>
                        <a:pt x="355" y="588"/>
                        <a:pt x="326" y="531"/>
                      </a:cubicBezTo>
                      <a:cubicBezTo>
                        <a:pt x="263" y="326"/>
                        <a:pt x="178" y="178"/>
                        <a:pt x="5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3" name="Google Shape;643;p37"/>
                <p:cNvSpPr/>
                <p:nvPr/>
              </p:nvSpPr>
              <p:spPr>
                <a:xfrm>
                  <a:off x="3127720" y="4209603"/>
                  <a:ext cx="21824" cy="34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" h="1006" extrusionOk="0">
                      <a:moveTo>
                        <a:pt x="29" y="1"/>
                      </a:moveTo>
                      <a:cubicBezTo>
                        <a:pt x="29" y="1"/>
                        <a:pt x="0" y="29"/>
                        <a:pt x="29" y="29"/>
                      </a:cubicBezTo>
                      <a:cubicBezTo>
                        <a:pt x="57" y="121"/>
                        <a:pt x="114" y="178"/>
                        <a:pt x="177" y="234"/>
                      </a:cubicBezTo>
                      <a:cubicBezTo>
                        <a:pt x="234" y="298"/>
                        <a:pt x="262" y="355"/>
                        <a:pt x="290" y="411"/>
                      </a:cubicBezTo>
                      <a:cubicBezTo>
                        <a:pt x="319" y="475"/>
                        <a:pt x="354" y="503"/>
                        <a:pt x="354" y="531"/>
                      </a:cubicBezTo>
                      <a:cubicBezTo>
                        <a:pt x="382" y="560"/>
                        <a:pt x="382" y="588"/>
                        <a:pt x="411" y="616"/>
                      </a:cubicBezTo>
                      <a:cubicBezTo>
                        <a:pt x="411" y="652"/>
                        <a:pt x="439" y="680"/>
                        <a:pt x="467" y="708"/>
                      </a:cubicBezTo>
                      <a:cubicBezTo>
                        <a:pt x="496" y="793"/>
                        <a:pt x="531" y="857"/>
                        <a:pt x="559" y="913"/>
                      </a:cubicBezTo>
                      <a:cubicBezTo>
                        <a:pt x="559" y="942"/>
                        <a:pt x="559" y="1005"/>
                        <a:pt x="616" y="1005"/>
                      </a:cubicBezTo>
                      <a:cubicBezTo>
                        <a:pt x="616" y="1005"/>
                        <a:pt x="644" y="1005"/>
                        <a:pt x="644" y="970"/>
                      </a:cubicBezTo>
                      <a:cubicBezTo>
                        <a:pt x="644" y="970"/>
                        <a:pt x="644" y="942"/>
                        <a:pt x="616" y="942"/>
                      </a:cubicBezTo>
                      <a:lnTo>
                        <a:pt x="616" y="913"/>
                      </a:lnTo>
                      <a:cubicBezTo>
                        <a:pt x="588" y="829"/>
                        <a:pt x="559" y="765"/>
                        <a:pt x="496" y="680"/>
                      </a:cubicBezTo>
                      <a:cubicBezTo>
                        <a:pt x="496" y="652"/>
                        <a:pt x="467" y="616"/>
                        <a:pt x="467" y="588"/>
                      </a:cubicBezTo>
                      <a:cubicBezTo>
                        <a:pt x="439" y="560"/>
                        <a:pt x="439" y="531"/>
                        <a:pt x="411" y="503"/>
                      </a:cubicBezTo>
                      <a:cubicBezTo>
                        <a:pt x="411" y="475"/>
                        <a:pt x="382" y="439"/>
                        <a:pt x="354" y="383"/>
                      </a:cubicBezTo>
                      <a:cubicBezTo>
                        <a:pt x="319" y="326"/>
                        <a:pt x="262" y="263"/>
                        <a:pt x="206" y="206"/>
                      </a:cubicBezTo>
                      <a:cubicBezTo>
                        <a:pt x="142" y="149"/>
                        <a:pt x="114" y="86"/>
                        <a:pt x="5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4" name="Google Shape;644;p37"/>
                <p:cNvSpPr/>
                <p:nvPr/>
              </p:nvSpPr>
              <p:spPr>
                <a:xfrm>
                  <a:off x="3135603" y="4204596"/>
                  <a:ext cx="20876" cy="349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034" extrusionOk="0">
                      <a:moveTo>
                        <a:pt x="29" y="0"/>
                      </a:moveTo>
                      <a:cubicBezTo>
                        <a:pt x="1" y="29"/>
                        <a:pt x="29" y="57"/>
                        <a:pt x="29" y="57"/>
                      </a:cubicBezTo>
                      <a:cubicBezTo>
                        <a:pt x="86" y="149"/>
                        <a:pt x="149" y="234"/>
                        <a:pt x="206" y="326"/>
                      </a:cubicBezTo>
                      <a:cubicBezTo>
                        <a:pt x="355" y="531"/>
                        <a:pt x="503" y="736"/>
                        <a:pt x="560" y="1005"/>
                      </a:cubicBezTo>
                      <a:lnTo>
                        <a:pt x="588" y="1033"/>
                      </a:lnTo>
                      <a:cubicBezTo>
                        <a:pt x="616" y="1005"/>
                        <a:pt x="616" y="1005"/>
                        <a:pt x="616" y="977"/>
                      </a:cubicBezTo>
                      <a:cubicBezTo>
                        <a:pt x="560" y="736"/>
                        <a:pt x="411" y="503"/>
                        <a:pt x="263" y="269"/>
                      </a:cubicBezTo>
                      <a:cubicBezTo>
                        <a:pt x="206" y="205"/>
                        <a:pt x="149" y="121"/>
                        <a:pt x="86" y="29"/>
                      </a:cubicBezTo>
                      <a:cubicBezTo>
                        <a:pt x="86" y="29"/>
                        <a:pt x="86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5" name="Google Shape;645;p37"/>
                <p:cNvSpPr/>
                <p:nvPr/>
              </p:nvSpPr>
              <p:spPr>
                <a:xfrm>
                  <a:off x="3887706" y="4455928"/>
                  <a:ext cx="25884" cy="13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" h="411" extrusionOk="0">
                      <a:moveTo>
                        <a:pt x="736" y="0"/>
                      </a:moveTo>
                      <a:cubicBezTo>
                        <a:pt x="736" y="0"/>
                        <a:pt x="708" y="0"/>
                        <a:pt x="708" y="29"/>
                      </a:cubicBezTo>
                      <a:cubicBezTo>
                        <a:pt x="581" y="204"/>
                        <a:pt x="366" y="338"/>
                        <a:pt x="161" y="338"/>
                      </a:cubicBezTo>
                      <a:cubicBezTo>
                        <a:pt x="126" y="338"/>
                        <a:pt x="91" y="334"/>
                        <a:pt x="57" y="326"/>
                      </a:cubicBezTo>
                      <a:cubicBezTo>
                        <a:pt x="29" y="326"/>
                        <a:pt x="0" y="354"/>
                        <a:pt x="0" y="354"/>
                      </a:cubicBezTo>
                      <a:cubicBezTo>
                        <a:pt x="0" y="382"/>
                        <a:pt x="29" y="382"/>
                        <a:pt x="29" y="382"/>
                      </a:cubicBezTo>
                      <a:cubicBezTo>
                        <a:pt x="57" y="382"/>
                        <a:pt x="85" y="411"/>
                        <a:pt x="142" y="411"/>
                      </a:cubicBezTo>
                      <a:cubicBezTo>
                        <a:pt x="382" y="411"/>
                        <a:pt x="616" y="269"/>
                        <a:pt x="764" y="57"/>
                      </a:cubicBezTo>
                      <a:cubicBezTo>
                        <a:pt x="764" y="29"/>
                        <a:pt x="764" y="29"/>
                        <a:pt x="73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37"/>
                <p:cNvSpPr/>
                <p:nvPr/>
              </p:nvSpPr>
              <p:spPr>
                <a:xfrm>
                  <a:off x="3562408" y="3847459"/>
                  <a:ext cx="53899" cy="110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3" h="326" extrusionOk="0">
                      <a:moveTo>
                        <a:pt x="92" y="0"/>
                      </a:moveTo>
                      <a:cubicBezTo>
                        <a:pt x="64" y="0"/>
                        <a:pt x="29" y="36"/>
                        <a:pt x="29" y="64"/>
                      </a:cubicBezTo>
                      <a:cubicBezTo>
                        <a:pt x="0" y="92"/>
                        <a:pt x="29" y="121"/>
                        <a:pt x="64" y="121"/>
                      </a:cubicBezTo>
                      <a:cubicBezTo>
                        <a:pt x="382" y="213"/>
                        <a:pt x="736" y="326"/>
                        <a:pt x="1125" y="326"/>
                      </a:cubicBezTo>
                      <a:cubicBezTo>
                        <a:pt x="1267" y="326"/>
                        <a:pt x="1415" y="297"/>
                        <a:pt x="1564" y="269"/>
                      </a:cubicBezTo>
                      <a:cubicBezTo>
                        <a:pt x="1592" y="269"/>
                        <a:pt x="1592" y="213"/>
                        <a:pt x="1592" y="177"/>
                      </a:cubicBezTo>
                      <a:cubicBezTo>
                        <a:pt x="1592" y="149"/>
                        <a:pt x="1564" y="149"/>
                        <a:pt x="1507" y="149"/>
                      </a:cubicBezTo>
                      <a:cubicBezTo>
                        <a:pt x="1383" y="180"/>
                        <a:pt x="1256" y="193"/>
                        <a:pt x="1127" y="193"/>
                      </a:cubicBezTo>
                      <a:cubicBezTo>
                        <a:pt x="764" y="193"/>
                        <a:pt x="395" y="89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37"/>
                <p:cNvSpPr/>
                <p:nvPr/>
              </p:nvSpPr>
              <p:spPr>
                <a:xfrm>
                  <a:off x="3306034" y="4282858"/>
                  <a:ext cx="553676" cy="5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64" h="17077" extrusionOk="0">
                      <a:moveTo>
                        <a:pt x="8076" y="0"/>
                      </a:moveTo>
                      <a:cubicBezTo>
                        <a:pt x="6531" y="0"/>
                        <a:pt x="5025" y="643"/>
                        <a:pt x="4012" y="1904"/>
                      </a:cubicBezTo>
                      <a:cubicBezTo>
                        <a:pt x="2335" y="3906"/>
                        <a:pt x="3220" y="6941"/>
                        <a:pt x="1239" y="9006"/>
                      </a:cubicBezTo>
                      <a:cubicBezTo>
                        <a:pt x="977" y="9240"/>
                        <a:pt x="708" y="9480"/>
                        <a:pt x="531" y="9770"/>
                      </a:cubicBezTo>
                      <a:cubicBezTo>
                        <a:pt x="213" y="10244"/>
                        <a:pt x="93" y="10832"/>
                        <a:pt x="64" y="11426"/>
                      </a:cubicBezTo>
                      <a:cubicBezTo>
                        <a:pt x="1" y="12487"/>
                        <a:pt x="64" y="13548"/>
                        <a:pt x="298" y="14581"/>
                      </a:cubicBezTo>
                      <a:cubicBezTo>
                        <a:pt x="680" y="16434"/>
                        <a:pt x="2335" y="16463"/>
                        <a:pt x="4012" y="16732"/>
                      </a:cubicBezTo>
                      <a:cubicBezTo>
                        <a:pt x="5249" y="16904"/>
                        <a:pt x="6492" y="17077"/>
                        <a:pt x="7731" y="17077"/>
                      </a:cubicBezTo>
                      <a:cubicBezTo>
                        <a:pt x="7965" y="17077"/>
                        <a:pt x="8199" y="17070"/>
                        <a:pt x="8433" y="17057"/>
                      </a:cubicBezTo>
                      <a:cubicBezTo>
                        <a:pt x="10230" y="16937"/>
                        <a:pt x="11971" y="16378"/>
                        <a:pt x="13683" y="15819"/>
                      </a:cubicBezTo>
                      <a:cubicBezTo>
                        <a:pt x="13767" y="15784"/>
                        <a:pt x="13888" y="15755"/>
                        <a:pt x="13973" y="15727"/>
                      </a:cubicBezTo>
                      <a:cubicBezTo>
                        <a:pt x="14390" y="15578"/>
                        <a:pt x="14772" y="15430"/>
                        <a:pt x="15097" y="15168"/>
                      </a:cubicBezTo>
                      <a:cubicBezTo>
                        <a:pt x="16364" y="14192"/>
                        <a:pt x="16364" y="11688"/>
                        <a:pt x="15685" y="10365"/>
                      </a:cubicBezTo>
                      <a:cubicBezTo>
                        <a:pt x="15479" y="9947"/>
                        <a:pt x="15126" y="9593"/>
                        <a:pt x="14829" y="9211"/>
                      </a:cubicBezTo>
                      <a:cubicBezTo>
                        <a:pt x="13654" y="7648"/>
                        <a:pt x="13711" y="5879"/>
                        <a:pt x="13442" y="4083"/>
                      </a:cubicBezTo>
                      <a:cubicBezTo>
                        <a:pt x="13209" y="2491"/>
                        <a:pt x="11942" y="1253"/>
                        <a:pt x="10556" y="574"/>
                      </a:cubicBezTo>
                      <a:cubicBezTo>
                        <a:pt x="9766" y="190"/>
                        <a:pt x="8915" y="0"/>
                        <a:pt x="807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37"/>
                <p:cNvSpPr/>
                <p:nvPr/>
              </p:nvSpPr>
              <p:spPr>
                <a:xfrm>
                  <a:off x="3583450" y="4300352"/>
                  <a:ext cx="20878" cy="54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7" h="19370" extrusionOk="0">
                      <a:moveTo>
                        <a:pt x="29" y="0"/>
                      </a:moveTo>
                      <a:cubicBezTo>
                        <a:pt x="1" y="0"/>
                        <a:pt x="1" y="28"/>
                        <a:pt x="1" y="28"/>
                      </a:cubicBezTo>
                      <a:lnTo>
                        <a:pt x="560" y="19334"/>
                      </a:lnTo>
                      <a:lnTo>
                        <a:pt x="588" y="19370"/>
                      </a:lnTo>
                      <a:cubicBezTo>
                        <a:pt x="616" y="19334"/>
                        <a:pt x="616" y="19334"/>
                        <a:pt x="616" y="19306"/>
                      </a:cubicBezTo>
                      <a:lnTo>
                        <a:pt x="58" y="28"/>
                      </a:lnTo>
                      <a:cubicBezTo>
                        <a:pt x="58" y="28"/>
                        <a:pt x="58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37"/>
                <p:cNvSpPr/>
                <p:nvPr/>
              </p:nvSpPr>
              <p:spPr>
                <a:xfrm>
                  <a:off x="3328061" y="4302246"/>
                  <a:ext cx="509623" cy="548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62" h="16216" extrusionOk="0">
                      <a:moveTo>
                        <a:pt x="7429" y="64"/>
                      </a:moveTo>
                      <a:cubicBezTo>
                        <a:pt x="8193" y="64"/>
                        <a:pt x="8992" y="241"/>
                        <a:pt x="9671" y="595"/>
                      </a:cubicBezTo>
                      <a:cubicBezTo>
                        <a:pt x="11143" y="1331"/>
                        <a:pt x="12147" y="2569"/>
                        <a:pt x="12324" y="3892"/>
                      </a:cubicBezTo>
                      <a:cubicBezTo>
                        <a:pt x="12381" y="4245"/>
                        <a:pt x="12409" y="4599"/>
                        <a:pt x="12437" y="4953"/>
                      </a:cubicBezTo>
                      <a:cubicBezTo>
                        <a:pt x="12586" y="6311"/>
                        <a:pt x="12734" y="7577"/>
                        <a:pt x="13590" y="8759"/>
                      </a:cubicBezTo>
                      <a:cubicBezTo>
                        <a:pt x="13675" y="8879"/>
                        <a:pt x="13767" y="8992"/>
                        <a:pt x="13852" y="9112"/>
                      </a:cubicBezTo>
                      <a:cubicBezTo>
                        <a:pt x="14029" y="9346"/>
                        <a:pt x="14241" y="9586"/>
                        <a:pt x="14383" y="9848"/>
                      </a:cubicBezTo>
                      <a:cubicBezTo>
                        <a:pt x="14977" y="11030"/>
                        <a:pt x="15005" y="13414"/>
                        <a:pt x="13852" y="14362"/>
                      </a:cubicBezTo>
                      <a:cubicBezTo>
                        <a:pt x="13534" y="14595"/>
                        <a:pt x="13180" y="14744"/>
                        <a:pt x="12826" y="14857"/>
                      </a:cubicBezTo>
                      <a:cubicBezTo>
                        <a:pt x="12734" y="14892"/>
                        <a:pt x="12650" y="14921"/>
                        <a:pt x="12558" y="14949"/>
                      </a:cubicBezTo>
                      <a:cubicBezTo>
                        <a:pt x="11022" y="15479"/>
                        <a:pt x="9402" y="16010"/>
                        <a:pt x="7754" y="16130"/>
                      </a:cubicBezTo>
                      <a:cubicBezTo>
                        <a:pt x="7549" y="16159"/>
                        <a:pt x="7308" y="16159"/>
                        <a:pt x="7075" y="16159"/>
                      </a:cubicBezTo>
                      <a:cubicBezTo>
                        <a:pt x="5957" y="16159"/>
                        <a:pt x="4804" y="15982"/>
                        <a:pt x="3715" y="15805"/>
                      </a:cubicBezTo>
                      <a:cubicBezTo>
                        <a:pt x="3566" y="15805"/>
                        <a:pt x="3418" y="15777"/>
                        <a:pt x="3276" y="15741"/>
                      </a:cubicBezTo>
                      <a:cubicBezTo>
                        <a:pt x="1861" y="15564"/>
                        <a:pt x="651" y="15387"/>
                        <a:pt x="326" y="13796"/>
                      </a:cubicBezTo>
                      <a:cubicBezTo>
                        <a:pt x="121" y="12826"/>
                        <a:pt x="57" y="11822"/>
                        <a:pt x="121" y="10853"/>
                      </a:cubicBezTo>
                      <a:cubicBezTo>
                        <a:pt x="149" y="10322"/>
                        <a:pt x="234" y="9763"/>
                        <a:pt x="531" y="9289"/>
                      </a:cubicBezTo>
                      <a:cubicBezTo>
                        <a:pt x="651" y="9084"/>
                        <a:pt x="828" y="8936"/>
                        <a:pt x="977" y="8759"/>
                      </a:cubicBezTo>
                      <a:cubicBezTo>
                        <a:pt x="1033" y="8702"/>
                        <a:pt x="1118" y="8638"/>
                        <a:pt x="1182" y="8554"/>
                      </a:cubicBezTo>
                      <a:cubicBezTo>
                        <a:pt x="2123" y="7521"/>
                        <a:pt x="2356" y="6226"/>
                        <a:pt x="2597" y="4988"/>
                      </a:cubicBezTo>
                      <a:cubicBezTo>
                        <a:pt x="2802" y="3835"/>
                        <a:pt x="3007" y="2746"/>
                        <a:pt x="3715" y="1833"/>
                      </a:cubicBezTo>
                      <a:cubicBezTo>
                        <a:pt x="4599" y="708"/>
                        <a:pt x="5957" y="64"/>
                        <a:pt x="7429" y="64"/>
                      </a:cubicBezTo>
                      <a:close/>
                      <a:moveTo>
                        <a:pt x="7429" y="1"/>
                      </a:moveTo>
                      <a:cubicBezTo>
                        <a:pt x="5957" y="1"/>
                        <a:pt x="4571" y="651"/>
                        <a:pt x="3658" y="1805"/>
                      </a:cubicBezTo>
                      <a:cubicBezTo>
                        <a:pt x="2951" y="2717"/>
                        <a:pt x="2745" y="3863"/>
                        <a:pt x="2533" y="4953"/>
                      </a:cubicBezTo>
                      <a:cubicBezTo>
                        <a:pt x="2300" y="6226"/>
                        <a:pt x="2066" y="7492"/>
                        <a:pt x="1118" y="8525"/>
                      </a:cubicBezTo>
                      <a:cubicBezTo>
                        <a:pt x="1062" y="8582"/>
                        <a:pt x="1005" y="8667"/>
                        <a:pt x="942" y="8730"/>
                      </a:cubicBezTo>
                      <a:cubicBezTo>
                        <a:pt x="765" y="8879"/>
                        <a:pt x="623" y="9056"/>
                        <a:pt x="475" y="9261"/>
                      </a:cubicBezTo>
                      <a:cubicBezTo>
                        <a:pt x="177" y="9728"/>
                        <a:pt x="93" y="10322"/>
                        <a:pt x="57" y="10824"/>
                      </a:cubicBezTo>
                      <a:cubicBezTo>
                        <a:pt x="1" y="11822"/>
                        <a:pt x="57" y="12855"/>
                        <a:pt x="269" y="13831"/>
                      </a:cubicBezTo>
                      <a:cubicBezTo>
                        <a:pt x="588" y="15451"/>
                        <a:pt x="1889" y="15628"/>
                        <a:pt x="3276" y="15805"/>
                      </a:cubicBezTo>
                      <a:cubicBezTo>
                        <a:pt x="3418" y="15833"/>
                        <a:pt x="3538" y="15861"/>
                        <a:pt x="3686" y="15861"/>
                      </a:cubicBezTo>
                      <a:cubicBezTo>
                        <a:pt x="4804" y="16038"/>
                        <a:pt x="5929" y="16215"/>
                        <a:pt x="7075" y="16215"/>
                      </a:cubicBezTo>
                      <a:cubicBezTo>
                        <a:pt x="7308" y="16215"/>
                        <a:pt x="7549" y="16215"/>
                        <a:pt x="7754" y="16187"/>
                      </a:cubicBezTo>
                      <a:cubicBezTo>
                        <a:pt x="9431" y="16067"/>
                        <a:pt x="11022" y="15536"/>
                        <a:pt x="12586" y="15005"/>
                      </a:cubicBezTo>
                      <a:cubicBezTo>
                        <a:pt x="12678" y="14977"/>
                        <a:pt x="12763" y="14949"/>
                        <a:pt x="12855" y="14921"/>
                      </a:cubicBezTo>
                      <a:cubicBezTo>
                        <a:pt x="13208" y="14800"/>
                        <a:pt x="13562" y="14652"/>
                        <a:pt x="13888" y="14390"/>
                      </a:cubicBezTo>
                      <a:cubicBezTo>
                        <a:pt x="15062" y="13442"/>
                        <a:pt x="15034" y="11001"/>
                        <a:pt x="14446" y="9820"/>
                      </a:cubicBezTo>
                      <a:cubicBezTo>
                        <a:pt x="14298" y="9551"/>
                        <a:pt x="14093" y="9289"/>
                        <a:pt x="13916" y="9056"/>
                      </a:cubicBezTo>
                      <a:cubicBezTo>
                        <a:pt x="13824" y="8964"/>
                        <a:pt x="13711" y="8844"/>
                        <a:pt x="13647" y="8730"/>
                      </a:cubicBezTo>
                      <a:cubicBezTo>
                        <a:pt x="12763" y="7577"/>
                        <a:pt x="12650" y="6283"/>
                        <a:pt x="12501" y="4953"/>
                      </a:cubicBezTo>
                      <a:cubicBezTo>
                        <a:pt x="12473" y="4599"/>
                        <a:pt x="12437" y="4245"/>
                        <a:pt x="12381" y="3892"/>
                      </a:cubicBezTo>
                      <a:cubicBezTo>
                        <a:pt x="12204" y="2540"/>
                        <a:pt x="11199" y="1302"/>
                        <a:pt x="9700" y="567"/>
                      </a:cubicBezTo>
                      <a:cubicBezTo>
                        <a:pt x="8992" y="213"/>
                        <a:pt x="8228" y="1"/>
                        <a:pt x="7429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37"/>
                <p:cNvSpPr/>
                <p:nvPr/>
              </p:nvSpPr>
              <p:spPr>
                <a:xfrm>
                  <a:off x="3734024" y="4439890"/>
                  <a:ext cx="7951" cy="38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5" h="1126" extrusionOk="0">
                      <a:moveTo>
                        <a:pt x="29" y="0"/>
                      </a:moveTo>
                      <a:cubicBezTo>
                        <a:pt x="1" y="0"/>
                        <a:pt x="1" y="36"/>
                        <a:pt x="1" y="36"/>
                      </a:cubicBezTo>
                      <a:cubicBezTo>
                        <a:pt x="121" y="390"/>
                        <a:pt x="178" y="743"/>
                        <a:pt x="149" y="1097"/>
                      </a:cubicBezTo>
                      <a:lnTo>
                        <a:pt x="178" y="1125"/>
                      </a:lnTo>
                      <a:cubicBezTo>
                        <a:pt x="206" y="1125"/>
                        <a:pt x="206" y="1097"/>
                        <a:pt x="206" y="1097"/>
                      </a:cubicBezTo>
                      <a:cubicBezTo>
                        <a:pt x="234" y="708"/>
                        <a:pt x="178" y="354"/>
                        <a:pt x="57" y="36"/>
                      </a:cubicBezTo>
                      <a:cubicBezTo>
                        <a:pt x="57" y="0"/>
                        <a:pt x="29" y="0"/>
                        <a:pt x="2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37"/>
                <p:cNvSpPr/>
                <p:nvPr/>
              </p:nvSpPr>
              <p:spPr>
                <a:xfrm>
                  <a:off x="3740960" y="4494940"/>
                  <a:ext cx="31873" cy="91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2" h="2711" extrusionOk="0">
                      <a:moveTo>
                        <a:pt x="57" y="1"/>
                      </a:moveTo>
                      <a:lnTo>
                        <a:pt x="29" y="29"/>
                      </a:lnTo>
                      <a:cubicBezTo>
                        <a:pt x="1" y="970"/>
                        <a:pt x="298" y="1946"/>
                        <a:pt x="913" y="2682"/>
                      </a:cubicBezTo>
                      <a:lnTo>
                        <a:pt x="913" y="2710"/>
                      </a:lnTo>
                      <a:lnTo>
                        <a:pt x="942" y="2710"/>
                      </a:lnTo>
                      <a:lnTo>
                        <a:pt x="942" y="2653"/>
                      </a:lnTo>
                      <a:cubicBezTo>
                        <a:pt x="355" y="1911"/>
                        <a:pt x="57" y="970"/>
                        <a:pt x="93" y="29"/>
                      </a:cubicBezTo>
                      <a:cubicBezTo>
                        <a:pt x="93" y="29"/>
                        <a:pt x="93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652;p37"/>
                <p:cNvSpPr/>
                <p:nvPr/>
              </p:nvSpPr>
              <p:spPr>
                <a:xfrm>
                  <a:off x="3433866" y="4522720"/>
                  <a:ext cx="9846" cy="38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" h="1125" extrusionOk="0">
                      <a:moveTo>
                        <a:pt x="262" y="0"/>
                      </a:moveTo>
                      <a:cubicBezTo>
                        <a:pt x="234" y="0"/>
                        <a:pt x="234" y="0"/>
                        <a:pt x="234" y="28"/>
                      </a:cubicBezTo>
                      <a:cubicBezTo>
                        <a:pt x="206" y="382"/>
                        <a:pt x="149" y="736"/>
                        <a:pt x="0" y="1061"/>
                      </a:cubicBezTo>
                      <a:lnTo>
                        <a:pt x="0" y="1125"/>
                      </a:lnTo>
                      <a:lnTo>
                        <a:pt x="29" y="1125"/>
                      </a:lnTo>
                      <a:cubicBezTo>
                        <a:pt x="29" y="1125"/>
                        <a:pt x="29" y="1090"/>
                        <a:pt x="57" y="1090"/>
                      </a:cubicBezTo>
                      <a:cubicBezTo>
                        <a:pt x="206" y="771"/>
                        <a:pt x="262" y="382"/>
                        <a:pt x="291" y="28"/>
                      </a:cubicBezTo>
                      <a:cubicBezTo>
                        <a:pt x="291" y="0"/>
                        <a:pt x="291" y="0"/>
                        <a:pt x="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653;p37"/>
                <p:cNvSpPr/>
                <p:nvPr/>
              </p:nvSpPr>
              <p:spPr>
                <a:xfrm>
                  <a:off x="3446791" y="4559567"/>
                  <a:ext cx="5075" cy="21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" h="624" extrusionOk="0">
                      <a:moveTo>
                        <a:pt x="121" y="1"/>
                      </a:moveTo>
                      <a:cubicBezTo>
                        <a:pt x="121" y="1"/>
                        <a:pt x="85" y="1"/>
                        <a:pt x="85" y="36"/>
                      </a:cubicBezTo>
                      <a:lnTo>
                        <a:pt x="1" y="595"/>
                      </a:lnTo>
                      <a:cubicBezTo>
                        <a:pt x="1" y="623"/>
                        <a:pt x="29" y="623"/>
                        <a:pt x="29" y="623"/>
                      </a:cubicBezTo>
                      <a:lnTo>
                        <a:pt x="57" y="623"/>
                      </a:lnTo>
                      <a:lnTo>
                        <a:pt x="149" y="36"/>
                      </a:lnTo>
                      <a:cubicBezTo>
                        <a:pt x="149" y="36"/>
                        <a:pt x="149" y="1"/>
                        <a:pt x="121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4" name="Google Shape;654;p37"/>
            <p:cNvGrpSpPr/>
            <p:nvPr/>
          </p:nvGrpSpPr>
          <p:grpSpPr>
            <a:xfrm>
              <a:off x="8567590" y="4153050"/>
              <a:ext cx="360758" cy="258297"/>
              <a:chOff x="4992850" y="4345375"/>
              <a:chExt cx="607336" cy="638400"/>
            </a:xfrm>
          </p:grpSpPr>
          <p:sp>
            <p:nvSpPr>
              <p:cNvPr id="655" name="Google Shape;655;p37"/>
              <p:cNvSpPr/>
              <p:nvPr/>
            </p:nvSpPr>
            <p:spPr>
              <a:xfrm>
                <a:off x="4992850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37"/>
              <p:cNvSpPr/>
              <p:nvPr/>
            </p:nvSpPr>
            <p:spPr>
              <a:xfrm rot="10800000">
                <a:off x="5374286" y="4345375"/>
                <a:ext cx="225900" cy="638400"/>
              </a:xfrm>
              <a:prstGeom prst="leftBrace">
                <a:avLst>
                  <a:gd name="adj1" fmla="val 2174"/>
                  <a:gd name="adj2" fmla="val 50000"/>
                </a:avLst>
              </a:prstGeom>
              <a:noFill/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7" name="Google Shape;657;p37"/>
          <p:cNvCxnSpPr/>
          <p:nvPr/>
        </p:nvCxnSpPr>
        <p:spPr>
          <a:xfrm>
            <a:off x="593300" y="3949682"/>
            <a:ext cx="3869700" cy="0"/>
          </a:xfrm>
          <a:prstGeom prst="straightConnector1">
            <a:avLst/>
          </a:prstGeom>
          <a:noFill/>
          <a:ln w="2857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61BC028-3AC9-BA82-525B-881A81673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53" y="1307223"/>
            <a:ext cx="2985629" cy="2084689"/>
          </a:xfrm>
          <a:prstGeom prst="rect">
            <a:avLst/>
          </a:prstGeom>
        </p:spPr>
      </p:pic>
      <p:sp>
        <p:nvSpPr>
          <p:cNvPr id="749" name="Google Shape;74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Quién soy…</a:t>
            </a:r>
          </a:p>
        </p:txBody>
      </p:sp>
      <p:sp>
        <p:nvSpPr>
          <p:cNvPr id="752" name="Google Shape;752;p39"/>
          <p:cNvSpPr txBox="1">
            <a:spLocks noGrp="1"/>
          </p:cNvSpPr>
          <p:nvPr>
            <p:ph type="subTitle" idx="2"/>
          </p:nvPr>
        </p:nvSpPr>
        <p:spPr>
          <a:xfrm>
            <a:off x="3510405" y="1943100"/>
            <a:ext cx="5294598" cy="2614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Expert/ </a:t>
            </a:r>
            <a:r>
              <a:rPr lang="en-US" dirty="0" err="1"/>
              <a:t>MLOps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Agent Eng./SDD-Developer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Certified Cloud Architect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Certified DevOps Practitioner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Stack Developer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+20 </a:t>
            </a:r>
            <a:r>
              <a:rPr lang="en-US" dirty="0" err="1"/>
              <a:t>años</a:t>
            </a:r>
            <a:r>
              <a:rPr lang="en-US" dirty="0"/>
              <a:t> </a:t>
            </a:r>
            <a:r>
              <a:rPr lang="en-US" dirty="0" err="1"/>
              <a:t>experiencia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industria</a:t>
            </a:r>
            <a:r>
              <a:rPr lang="en-US" dirty="0"/>
              <a:t> de Internet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Master </a:t>
            </a:r>
            <a:r>
              <a:rPr lang="en-US" dirty="0" err="1"/>
              <a:t>en</a:t>
            </a:r>
            <a:r>
              <a:rPr lang="en-US" dirty="0"/>
              <a:t> Project Management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Telecommunication Engineer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Solutions Consultant: Teach Lead, </a:t>
            </a:r>
            <a:r>
              <a:rPr lang="en-US" dirty="0" err="1"/>
              <a:t>Arquitectura</a:t>
            </a:r>
            <a:r>
              <a:rPr lang="en-US" dirty="0"/>
              <a:t>, </a:t>
            </a:r>
            <a:r>
              <a:rPr lang="en-US" dirty="0" err="1"/>
              <a:t>Auditoría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Emprendedor</a:t>
            </a:r>
            <a:endParaRPr lang="en-US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Padre de 2 </a:t>
            </a:r>
            <a:r>
              <a:rPr lang="en-US" dirty="0" err="1"/>
              <a:t>adolescentes</a:t>
            </a:r>
            <a:endParaRPr lang="en-US" dirty="0"/>
          </a:p>
        </p:txBody>
      </p:sp>
      <p:sp>
        <p:nvSpPr>
          <p:cNvPr id="756" name="Google Shape;756;p39"/>
          <p:cNvSpPr txBox="1">
            <a:spLocks noGrp="1"/>
          </p:cNvSpPr>
          <p:nvPr>
            <p:ph type="title" idx="7"/>
          </p:nvPr>
        </p:nvSpPr>
        <p:spPr>
          <a:xfrm>
            <a:off x="3820995" y="1238726"/>
            <a:ext cx="5380155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ES" sz="28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Ricardo Ahumada </a:t>
            </a:r>
            <a:r>
              <a:rPr lang="es-ES" sz="28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Glenni</a:t>
            </a:r>
            <a:endParaRPr lang="en" sz="2800" dirty="0"/>
          </a:p>
        </p:txBody>
      </p:sp>
    </p:spTree>
    <p:extLst>
      <p:ext uri="{BB962C8B-B14F-4D97-AF65-F5344CB8AC3E}">
        <p14:creationId xmlns:p14="http://schemas.microsoft.com/office/powerpoint/2010/main" val="329228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Quién soy…</a:t>
            </a:r>
          </a:p>
        </p:txBody>
      </p:sp>
      <p:sp>
        <p:nvSpPr>
          <p:cNvPr id="752" name="Google Shape;752;p39"/>
          <p:cNvSpPr txBox="1">
            <a:spLocks noGrp="1"/>
          </p:cNvSpPr>
          <p:nvPr>
            <p:ph type="subTitle" idx="2"/>
          </p:nvPr>
        </p:nvSpPr>
        <p:spPr>
          <a:xfrm>
            <a:off x="3820995" y="1943100"/>
            <a:ext cx="4544335" cy="2614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Tu nombre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 err="1"/>
              <a:t>Background</a:t>
            </a:r>
            <a:r>
              <a:rPr lang="es-ES" dirty="0"/>
              <a:t> profesional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Experiencia con Data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b="1" dirty="0"/>
              <a:t>Expectativas</a:t>
            </a:r>
          </a:p>
        </p:txBody>
      </p:sp>
      <p:sp>
        <p:nvSpPr>
          <p:cNvPr id="756" name="Google Shape;756;p39"/>
          <p:cNvSpPr txBox="1">
            <a:spLocks noGrp="1"/>
          </p:cNvSpPr>
          <p:nvPr>
            <p:ph type="title" idx="7"/>
          </p:nvPr>
        </p:nvSpPr>
        <p:spPr>
          <a:xfrm>
            <a:off x="4157663" y="1238726"/>
            <a:ext cx="5043487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ES" sz="28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60 </a:t>
            </a:r>
            <a:r>
              <a:rPr lang="es-ES" sz="2800" b="1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sec</a:t>
            </a:r>
            <a:endParaRPr lang="es-ES" sz="2800" b="1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1548C3DA-0AE4-9F79-8EF3-C1179761A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0995" y="1253357"/>
            <a:ext cx="336668" cy="454110"/>
          </a:xfrm>
          <a:prstGeom prst="rect">
            <a:avLst/>
          </a:prstGeom>
        </p:spPr>
      </p:pic>
      <p:pic>
        <p:nvPicPr>
          <p:cNvPr id="1026" name="Picture 2" descr="Programmer concept illustration">
            <a:extLst>
              <a:ext uri="{FF2B5EF4-FFF2-40B4-BE49-F238E27FC236}">
                <a16:creationId xmlns:a16="http://schemas.microsoft.com/office/drawing/2014/main" id="{FE8D4206-1C53-B154-FC16-3BA7AFACF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" y="1238726"/>
            <a:ext cx="2399480" cy="239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781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Contenido del curso</a:t>
            </a:r>
          </a:p>
        </p:txBody>
      </p:sp>
      <p:grpSp>
        <p:nvGrpSpPr>
          <p:cNvPr id="667" name="Google Shape;667;p38"/>
          <p:cNvGrpSpPr/>
          <p:nvPr/>
        </p:nvGrpSpPr>
        <p:grpSpPr>
          <a:xfrm>
            <a:off x="7777347" y="258196"/>
            <a:ext cx="234196" cy="188409"/>
            <a:chOff x="3889166" y="1636096"/>
            <a:chExt cx="98179" cy="78984"/>
          </a:xfrm>
        </p:grpSpPr>
        <p:sp>
          <p:nvSpPr>
            <p:cNvPr id="668" name="Google Shape;668;p38"/>
            <p:cNvSpPr/>
            <p:nvPr/>
          </p:nvSpPr>
          <p:spPr>
            <a:xfrm>
              <a:off x="3889166" y="1636096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1234" y="0"/>
                  </a:moveTo>
                  <a:cubicBezTo>
                    <a:pt x="1175" y="0"/>
                    <a:pt x="1109" y="21"/>
                    <a:pt x="1062" y="68"/>
                  </a:cubicBezTo>
                  <a:lnTo>
                    <a:pt x="1" y="1165"/>
                  </a:lnTo>
                  <a:lnTo>
                    <a:pt x="1062" y="2162"/>
                  </a:lnTo>
                  <a:cubicBezTo>
                    <a:pt x="1118" y="2190"/>
                    <a:pt x="1175" y="2226"/>
                    <a:pt x="1203" y="2226"/>
                  </a:cubicBezTo>
                  <a:cubicBezTo>
                    <a:pt x="1267" y="2226"/>
                    <a:pt x="1324" y="2190"/>
                    <a:pt x="1380" y="2162"/>
                  </a:cubicBezTo>
                  <a:cubicBezTo>
                    <a:pt x="1444" y="2077"/>
                    <a:pt x="1444" y="1929"/>
                    <a:pt x="1352" y="1837"/>
                  </a:cubicBezTo>
                  <a:lnTo>
                    <a:pt x="616" y="1165"/>
                  </a:lnTo>
                  <a:lnTo>
                    <a:pt x="1380" y="365"/>
                  </a:lnTo>
                  <a:cubicBezTo>
                    <a:pt x="1444" y="280"/>
                    <a:pt x="1444" y="132"/>
                    <a:pt x="1352" y="40"/>
                  </a:cubicBezTo>
                  <a:cubicBezTo>
                    <a:pt x="1327" y="14"/>
                    <a:pt x="1282" y="0"/>
                    <a:pt x="12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3935114" y="1636096"/>
              <a:ext cx="52230" cy="78984"/>
            </a:xfrm>
            <a:custGeom>
              <a:avLst/>
              <a:gdLst/>
              <a:ahLst/>
              <a:cxnLst/>
              <a:rect l="l" t="t" r="r" b="b"/>
              <a:pathLst>
                <a:path w="1472" h="2226" extrusionOk="0">
                  <a:moveTo>
                    <a:pt x="1240" y="0"/>
                  </a:moveTo>
                  <a:cubicBezTo>
                    <a:pt x="1174" y="0"/>
                    <a:pt x="1108" y="21"/>
                    <a:pt x="1062" y="68"/>
                  </a:cubicBezTo>
                  <a:lnTo>
                    <a:pt x="0" y="1165"/>
                  </a:lnTo>
                  <a:lnTo>
                    <a:pt x="1090" y="2162"/>
                  </a:lnTo>
                  <a:cubicBezTo>
                    <a:pt x="1118" y="2190"/>
                    <a:pt x="1182" y="2226"/>
                    <a:pt x="1210" y="2226"/>
                  </a:cubicBezTo>
                  <a:cubicBezTo>
                    <a:pt x="1267" y="2226"/>
                    <a:pt x="1323" y="2190"/>
                    <a:pt x="1387" y="2162"/>
                  </a:cubicBezTo>
                  <a:cubicBezTo>
                    <a:pt x="1472" y="2077"/>
                    <a:pt x="1444" y="1929"/>
                    <a:pt x="1359" y="1837"/>
                  </a:cubicBezTo>
                  <a:lnTo>
                    <a:pt x="616" y="1165"/>
                  </a:lnTo>
                  <a:lnTo>
                    <a:pt x="1387" y="365"/>
                  </a:lnTo>
                  <a:cubicBezTo>
                    <a:pt x="1472" y="280"/>
                    <a:pt x="1444" y="132"/>
                    <a:pt x="1387" y="40"/>
                  </a:cubicBezTo>
                  <a:cubicBezTo>
                    <a:pt x="1346" y="14"/>
                    <a:pt x="129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8"/>
          <p:cNvGrpSpPr/>
          <p:nvPr/>
        </p:nvGrpSpPr>
        <p:grpSpPr>
          <a:xfrm>
            <a:off x="720004" y="4016772"/>
            <a:ext cx="234788" cy="188409"/>
            <a:chOff x="4424582" y="1819850"/>
            <a:chExt cx="98427" cy="78984"/>
          </a:xfrm>
        </p:grpSpPr>
        <p:sp>
          <p:nvSpPr>
            <p:cNvPr id="671" name="Google Shape;671;p38"/>
            <p:cNvSpPr/>
            <p:nvPr/>
          </p:nvSpPr>
          <p:spPr>
            <a:xfrm>
              <a:off x="4470495" y="1819850"/>
              <a:ext cx="52514" cy="78984"/>
            </a:xfrm>
            <a:custGeom>
              <a:avLst/>
              <a:gdLst/>
              <a:ahLst/>
              <a:cxnLst/>
              <a:rect l="l" t="t" r="r" b="b"/>
              <a:pathLst>
                <a:path w="1480" h="2226" extrusionOk="0">
                  <a:moveTo>
                    <a:pt x="219" y="1"/>
                  </a:moveTo>
                  <a:cubicBezTo>
                    <a:pt x="174" y="1"/>
                    <a:pt x="130" y="15"/>
                    <a:pt x="93" y="39"/>
                  </a:cubicBezTo>
                  <a:cubicBezTo>
                    <a:pt x="1" y="131"/>
                    <a:pt x="1" y="280"/>
                    <a:pt x="93" y="365"/>
                  </a:cubicBezTo>
                  <a:lnTo>
                    <a:pt x="857" y="1136"/>
                  </a:lnTo>
                  <a:lnTo>
                    <a:pt x="93" y="1843"/>
                  </a:lnTo>
                  <a:cubicBezTo>
                    <a:pt x="1" y="1928"/>
                    <a:pt x="1" y="2077"/>
                    <a:pt x="93" y="2133"/>
                  </a:cubicBezTo>
                  <a:cubicBezTo>
                    <a:pt x="121" y="2197"/>
                    <a:pt x="178" y="2225"/>
                    <a:pt x="241" y="2225"/>
                  </a:cubicBezTo>
                  <a:cubicBezTo>
                    <a:pt x="298" y="2225"/>
                    <a:pt x="355" y="2197"/>
                    <a:pt x="383" y="2162"/>
                  </a:cubicBezTo>
                  <a:lnTo>
                    <a:pt x="1479" y="1164"/>
                  </a:lnTo>
                  <a:lnTo>
                    <a:pt x="383" y="75"/>
                  </a:lnTo>
                  <a:cubicBezTo>
                    <a:pt x="335" y="23"/>
                    <a:pt x="277" y="1"/>
                    <a:pt x="21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424582" y="1819850"/>
              <a:ext cx="51237" cy="78984"/>
            </a:xfrm>
            <a:custGeom>
              <a:avLst/>
              <a:gdLst/>
              <a:ahLst/>
              <a:cxnLst/>
              <a:rect l="l" t="t" r="r" b="b"/>
              <a:pathLst>
                <a:path w="1444" h="2226" extrusionOk="0">
                  <a:moveTo>
                    <a:pt x="218" y="1"/>
                  </a:moveTo>
                  <a:cubicBezTo>
                    <a:pt x="172" y="1"/>
                    <a:pt x="126" y="15"/>
                    <a:pt x="85" y="39"/>
                  </a:cubicBezTo>
                  <a:cubicBezTo>
                    <a:pt x="0" y="131"/>
                    <a:pt x="0" y="280"/>
                    <a:pt x="85" y="365"/>
                  </a:cubicBezTo>
                  <a:lnTo>
                    <a:pt x="856" y="1136"/>
                  </a:lnTo>
                  <a:lnTo>
                    <a:pt x="85" y="1843"/>
                  </a:lnTo>
                  <a:cubicBezTo>
                    <a:pt x="0" y="1928"/>
                    <a:pt x="0" y="2077"/>
                    <a:pt x="85" y="2133"/>
                  </a:cubicBezTo>
                  <a:cubicBezTo>
                    <a:pt x="121" y="2197"/>
                    <a:pt x="177" y="2225"/>
                    <a:pt x="234" y="2225"/>
                  </a:cubicBezTo>
                  <a:cubicBezTo>
                    <a:pt x="297" y="2225"/>
                    <a:pt x="326" y="2197"/>
                    <a:pt x="382" y="2162"/>
                  </a:cubicBezTo>
                  <a:lnTo>
                    <a:pt x="1444" y="1164"/>
                  </a:lnTo>
                  <a:lnTo>
                    <a:pt x="382" y="75"/>
                  </a:lnTo>
                  <a:cubicBezTo>
                    <a:pt x="335" y="23"/>
                    <a:pt x="276" y="1"/>
                    <a:pt x="21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CuadroTexto 4">
            <a:extLst>
              <a:ext uri="{FF2B5EF4-FFF2-40B4-BE49-F238E27FC236}">
                <a16:creationId xmlns:a16="http://schemas.microsoft.com/office/drawing/2014/main" id="{A52F0209-BE05-06F1-9DF1-DBE122415B83}"/>
              </a:ext>
            </a:extLst>
          </p:cNvPr>
          <p:cNvSpPr txBox="1"/>
          <p:nvPr/>
        </p:nvSpPr>
        <p:spPr>
          <a:xfrm>
            <a:off x="719999" y="1272033"/>
            <a:ext cx="7703999" cy="3678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17500">
              <a:lnSpc>
                <a:spcPct val="150000"/>
              </a:lnSpc>
              <a:buClr>
                <a:schemeClr val="accent1"/>
              </a:buClr>
              <a:buSzPts val="1400"/>
              <a:buFont typeface="Nunito Light"/>
              <a:buChar char="●"/>
              <a:defRPr>
                <a:solidFill>
                  <a:schemeClr val="dk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defRPr>
            </a:lvl1pPr>
            <a:lvl2pPr marL="914400" indent="-317500" algn="ctr">
              <a:buClr>
                <a:srgbClr val="E76A28"/>
              </a:buClr>
              <a:buSzPts val="1600"/>
              <a:buFont typeface="Nunito Light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317500" algn="ctr">
              <a:buClr>
                <a:srgbClr val="E76A28"/>
              </a:buClr>
              <a:buSzPts val="1500"/>
              <a:buFont typeface="Nunito Light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317500" algn="ctr">
              <a:buClr>
                <a:srgbClr val="E76A28"/>
              </a:buClr>
              <a:buSzPts val="1500"/>
              <a:buFont typeface="Nunito Light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317500" algn="ctr">
              <a:buClr>
                <a:srgbClr val="E76A28"/>
              </a:buClr>
              <a:buSzPts val="1400"/>
              <a:buFont typeface="Nunito Light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317500" algn="ctr">
              <a:buClr>
                <a:srgbClr val="999999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317500" algn="ctr">
              <a:buClr>
                <a:srgbClr val="999999"/>
              </a:buClr>
              <a:buSzPts val="1300"/>
              <a:buFont typeface="Nunito Light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317500" algn="ctr">
              <a:buClr>
                <a:srgbClr val="999999"/>
              </a:buClr>
              <a:buSzPts val="1300"/>
              <a:buFont typeface="Nunito Light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317500" algn="ctr">
              <a:buClr>
                <a:srgbClr val="999999"/>
              </a:buClr>
              <a:buSzPts val="1400"/>
              <a:buFont typeface="Nunito Light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1: Rol del Ingeniero/a de Datos y Ecosistema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2: Del Data </a:t>
            </a:r>
            <a:r>
              <a:rPr lang="es-ES" sz="1200" dirty="0" err="1">
                <a:sym typeface="Poppins"/>
              </a:rPr>
              <a:t>Warehouse</a:t>
            </a:r>
            <a:r>
              <a:rPr lang="es-ES" sz="1200" dirty="0">
                <a:sym typeface="Poppins"/>
              </a:rPr>
              <a:t> a los Espacios de Datos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3: Modelado de Datos (Lógico y Físico)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3b: Tipos de Bases de Datos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4: </a:t>
            </a:r>
            <a:r>
              <a:rPr lang="es-ES" sz="1200" dirty="0" err="1">
                <a:sym typeface="Poppins"/>
              </a:rPr>
              <a:t>Buckets</a:t>
            </a:r>
            <a:r>
              <a:rPr lang="es-ES" sz="1200" dirty="0">
                <a:sym typeface="Poppins"/>
              </a:rPr>
              <a:t> y Almacenamiento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5: Arquitecturas </a:t>
            </a:r>
            <a:r>
              <a:rPr lang="es-ES" sz="1200" dirty="0" err="1">
                <a:sym typeface="Poppins"/>
              </a:rPr>
              <a:t>On</a:t>
            </a:r>
            <a:r>
              <a:rPr lang="es-ES" sz="1200" dirty="0">
                <a:sym typeface="Poppins"/>
              </a:rPr>
              <a:t>-Premises y Cloud. IaaS/PaaS/SaaS. </a:t>
            </a:r>
            <a:r>
              <a:rPr lang="es-ES" sz="1200" dirty="0" err="1">
                <a:sym typeface="Poppins"/>
              </a:rPr>
              <a:t>FinOps</a:t>
            </a:r>
            <a:endParaRPr lang="es-ES" sz="1200" dirty="0">
              <a:sym typeface="Poppins"/>
            </a:endParaRP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6: Ingesta y Calidad del Dato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7_0: Ecosistema Big Data: Hadoop y </a:t>
            </a:r>
            <a:r>
              <a:rPr lang="es-ES" sz="1200" dirty="0" err="1">
                <a:sym typeface="Poppins"/>
              </a:rPr>
              <a:t>Spark</a:t>
            </a:r>
            <a:endParaRPr lang="es-ES" sz="1200" dirty="0">
              <a:sym typeface="Poppins"/>
            </a:endParaRP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7: Transformación y Modelado con Python/Pandas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8: Versionado, Linaje y Documentación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9: Publicación y Consumo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10: Gobierno, Seguridad y Entornos</a:t>
            </a:r>
          </a:p>
          <a:p>
            <a:pPr marL="482600" indent="-342900">
              <a:buFont typeface="+mj-lt"/>
              <a:buAutoNum type="arabicPeriod"/>
            </a:pPr>
            <a:r>
              <a:rPr lang="es-ES" sz="1200" dirty="0">
                <a:sym typeface="Poppins"/>
              </a:rPr>
              <a:t>Módulo 11: </a:t>
            </a:r>
            <a:r>
              <a:rPr lang="es-ES" sz="1200" dirty="0" err="1">
                <a:sym typeface="Poppins"/>
              </a:rPr>
              <a:t>Capstone</a:t>
            </a:r>
            <a:r>
              <a:rPr lang="es-ES" sz="1200" dirty="0">
                <a:sym typeface="Poppins"/>
              </a:rPr>
              <a:t> </a:t>
            </a:r>
            <a:r>
              <a:rPr lang="es-ES" sz="1200" dirty="0" err="1">
                <a:sym typeface="Poppins"/>
              </a:rPr>
              <a:t>TransCore</a:t>
            </a:r>
            <a:r>
              <a:rPr lang="es-ES" sz="1200" dirty="0">
                <a:sym typeface="Poppins"/>
              </a:rPr>
              <a:t> con Defensa Breve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Horario</a:t>
            </a:r>
          </a:p>
        </p:txBody>
      </p:sp>
      <p:sp>
        <p:nvSpPr>
          <p:cNvPr id="752" name="Google Shape;752;p39"/>
          <p:cNvSpPr txBox="1">
            <a:spLocks noGrp="1"/>
          </p:cNvSpPr>
          <p:nvPr>
            <p:ph type="subTitle" idx="2"/>
          </p:nvPr>
        </p:nvSpPr>
        <p:spPr>
          <a:xfrm>
            <a:off x="3828139" y="1779626"/>
            <a:ext cx="4544335" cy="15842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Contenido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09:00 - 11:00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Break        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11:00 - 11:15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/>
              <a:t>Contenido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11:15 – 12:45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Break         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12:45 - 13:00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dirty="0"/>
              <a:t>Contenido </a:t>
            </a:r>
            <a:r>
              <a:rPr lang="es-ES" dirty="0">
                <a:sym typeface="Wingdings" panose="05000000000000000000" pitchFamily="2" charset="2"/>
              </a:rPr>
              <a:t></a:t>
            </a:r>
            <a:r>
              <a:rPr lang="es-ES" dirty="0"/>
              <a:t> 13:00 – 14:00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dirty="0"/>
          </a:p>
        </p:txBody>
      </p:sp>
      <p:sp>
        <p:nvSpPr>
          <p:cNvPr id="756" name="Google Shape;756;p39"/>
          <p:cNvSpPr txBox="1">
            <a:spLocks noGrp="1"/>
          </p:cNvSpPr>
          <p:nvPr>
            <p:ph type="title" idx="7"/>
          </p:nvPr>
        </p:nvSpPr>
        <p:spPr>
          <a:xfrm>
            <a:off x="3820995" y="1238726"/>
            <a:ext cx="5380155" cy="540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s-ES" sz="2800" b="1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Sesión</a:t>
            </a:r>
            <a:endParaRPr lang="en" sz="2800" dirty="0"/>
          </a:p>
        </p:txBody>
      </p:sp>
      <p:sp>
        <p:nvSpPr>
          <p:cNvPr id="3" name="Google Shape;752;p39">
            <a:extLst>
              <a:ext uri="{FF2B5EF4-FFF2-40B4-BE49-F238E27FC236}">
                <a16:creationId xmlns:a16="http://schemas.microsoft.com/office/drawing/2014/main" id="{F38DEE1F-5744-54A2-27D3-AD7EFAEC4E8B}"/>
              </a:ext>
            </a:extLst>
          </p:cNvPr>
          <p:cNvSpPr txBox="1">
            <a:spLocks/>
          </p:cNvSpPr>
          <p:nvPr/>
        </p:nvSpPr>
        <p:spPr>
          <a:xfrm>
            <a:off x="3820995" y="3854407"/>
            <a:ext cx="4544335" cy="992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/>
              <a:t>04-07 </a:t>
            </a:r>
            <a:r>
              <a:rPr lang="es-ES" dirty="0"/>
              <a:t>Abril</a:t>
            </a:r>
            <a:endParaRPr lang="en-US" dirty="0"/>
          </a:p>
        </p:txBody>
      </p:sp>
      <p:sp>
        <p:nvSpPr>
          <p:cNvPr id="4" name="Google Shape;756;p39">
            <a:extLst>
              <a:ext uri="{FF2B5EF4-FFF2-40B4-BE49-F238E27FC236}">
                <a16:creationId xmlns:a16="http://schemas.microsoft.com/office/drawing/2014/main" id="{6F66EDED-BC5C-1080-1112-EDECA86767AE}"/>
              </a:ext>
            </a:extLst>
          </p:cNvPr>
          <p:cNvSpPr txBox="1">
            <a:spLocks/>
          </p:cNvSpPr>
          <p:nvPr/>
        </p:nvSpPr>
        <p:spPr>
          <a:xfrm>
            <a:off x="3820995" y="3313507"/>
            <a:ext cx="5380155" cy="5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ans"/>
              <a:buNone/>
              <a:defRPr sz="30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s-E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Días</a:t>
            </a:r>
            <a:endParaRPr lang="en" sz="2800" dirty="0"/>
          </a:p>
        </p:txBody>
      </p:sp>
      <p:grpSp>
        <p:nvGrpSpPr>
          <p:cNvPr id="5" name="Google Shape;11149;p85">
            <a:extLst>
              <a:ext uri="{FF2B5EF4-FFF2-40B4-BE49-F238E27FC236}">
                <a16:creationId xmlns:a16="http://schemas.microsoft.com/office/drawing/2014/main" id="{98A98949-159B-698A-389F-D675036BB7F1}"/>
              </a:ext>
            </a:extLst>
          </p:cNvPr>
          <p:cNvGrpSpPr/>
          <p:nvPr/>
        </p:nvGrpSpPr>
        <p:grpSpPr>
          <a:xfrm>
            <a:off x="771526" y="1872841"/>
            <a:ext cx="1724639" cy="1397818"/>
            <a:chOff x="5220616" y="2791061"/>
            <a:chExt cx="373185" cy="302466"/>
          </a:xfrm>
        </p:grpSpPr>
        <p:sp>
          <p:nvSpPr>
            <p:cNvPr id="6" name="Google Shape;11150;p85">
              <a:extLst>
                <a:ext uri="{FF2B5EF4-FFF2-40B4-BE49-F238E27FC236}">
                  <a16:creationId xmlns:a16="http://schemas.microsoft.com/office/drawing/2014/main" id="{4F686C63-8E2A-C097-AB03-384161D722BC}"/>
                </a:ext>
              </a:extLst>
            </p:cNvPr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151;p85">
              <a:extLst>
                <a:ext uri="{FF2B5EF4-FFF2-40B4-BE49-F238E27FC236}">
                  <a16:creationId xmlns:a16="http://schemas.microsoft.com/office/drawing/2014/main" id="{47400A92-37A9-83D2-3344-D9DCB802D5E1}"/>
                </a:ext>
              </a:extLst>
            </p:cNvPr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152;p85">
              <a:extLst>
                <a:ext uri="{FF2B5EF4-FFF2-40B4-BE49-F238E27FC236}">
                  <a16:creationId xmlns:a16="http://schemas.microsoft.com/office/drawing/2014/main" id="{252C4864-646F-44BA-0626-3B02C55450C7}"/>
                </a:ext>
              </a:extLst>
            </p:cNvPr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153;p85">
              <a:extLst>
                <a:ext uri="{FF2B5EF4-FFF2-40B4-BE49-F238E27FC236}">
                  <a16:creationId xmlns:a16="http://schemas.microsoft.com/office/drawing/2014/main" id="{5C64D12A-583A-9D59-0CB0-0A412F9328A3}"/>
                </a:ext>
              </a:extLst>
            </p:cNvPr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154;p85">
              <a:extLst>
                <a:ext uri="{FF2B5EF4-FFF2-40B4-BE49-F238E27FC236}">
                  <a16:creationId xmlns:a16="http://schemas.microsoft.com/office/drawing/2014/main" id="{DC65EB8D-A6E3-F2F4-E32B-36CEBE0B5BC1}"/>
                </a:ext>
              </a:extLst>
            </p:cNvPr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155;p85">
              <a:extLst>
                <a:ext uri="{FF2B5EF4-FFF2-40B4-BE49-F238E27FC236}">
                  <a16:creationId xmlns:a16="http://schemas.microsoft.com/office/drawing/2014/main" id="{0B68C452-8B2F-886D-F5C4-66BD51ED4C1C}"/>
                </a:ext>
              </a:extLst>
            </p:cNvPr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156;p85">
              <a:extLst>
                <a:ext uri="{FF2B5EF4-FFF2-40B4-BE49-F238E27FC236}">
                  <a16:creationId xmlns:a16="http://schemas.microsoft.com/office/drawing/2014/main" id="{713C2A59-C8A0-326B-A9F8-C5C06E076F40}"/>
                </a:ext>
              </a:extLst>
            </p:cNvPr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157;p85">
              <a:extLst>
                <a:ext uri="{FF2B5EF4-FFF2-40B4-BE49-F238E27FC236}">
                  <a16:creationId xmlns:a16="http://schemas.microsoft.com/office/drawing/2014/main" id="{993226C1-0E9B-DBEA-D5F8-C25DC5A4E95D}"/>
                </a:ext>
              </a:extLst>
            </p:cNvPr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158;p85">
              <a:extLst>
                <a:ext uri="{FF2B5EF4-FFF2-40B4-BE49-F238E27FC236}">
                  <a16:creationId xmlns:a16="http://schemas.microsoft.com/office/drawing/2014/main" id="{5316AF4F-2AA8-7C59-AD97-4E7398BC23D1}"/>
                </a:ext>
              </a:extLst>
            </p:cNvPr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159;p85">
              <a:extLst>
                <a:ext uri="{FF2B5EF4-FFF2-40B4-BE49-F238E27FC236}">
                  <a16:creationId xmlns:a16="http://schemas.microsoft.com/office/drawing/2014/main" id="{B737B268-54ED-4D29-79CB-41F18006BE31}"/>
                </a:ext>
              </a:extLst>
            </p:cNvPr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160;p85">
              <a:extLst>
                <a:ext uri="{FF2B5EF4-FFF2-40B4-BE49-F238E27FC236}">
                  <a16:creationId xmlns:a16="http://schemas.microsoft.com/office/drawing/2014/main" id="{E9FAAEE9-26B6-A851-3745-BB803A44FB03}"/>
                </a:ext>
              </a:extLst>
            </p:cNvPr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161;p85">
              <a:extLst>
                <a:ext uri="{FF2B5EF4-FFF2-40B4-BE49-F238E27FC236}">
                  <a16:creationId xmlns:a16="http://schemas.microsoft.com/office/drawing/2014/main" id="{CF045B69-92FF-75F4-194C-B5954B9E7FEB}"/>
                </a:ext>
              </a:extLst>
            </p:cNvPr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162;p85">
              <a:extLst>
                <a:ext uri="{FF2B5EF4-FFF2-40B4-BE49-F238E27FC236}">
                  <a16:creationId xmlns:a16="http://schemas.microsoft.com/office/drawing/2014/main" id="{2139503B-EEB2-8BDF-03BD-361BA2A7396F}"/>
                </a:ext>
              </a:extLst>
            </p:cNvPr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163;p85">
              <a:extLst>
                <a:ext uri="{FF2B5EF4-FFF2-40B4-BE49-F238E27FC236}">
                  <a16:creationId xmlns:a16="http://schemas.microsoft.com/office/drawing/2014/main" id="{F3FF7218-FBBE-991E-2EEE-369B1ECD4B9A}"/>
                </a:ext>
              </a:extLst>
            </p:cNvPr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164;p85">
              <a:extLst>
                <a:ext uri="{FF2B5EF4-FFF2-40B4-BE49-F238E27FC236}">
                  <a16:creationId xmlns:a16="http://schemas.microsoft.com/office/drawing/2014/main" id="{BF8EB755-61E7-2CF3-DB78-1D0B5551FDEC}"/>
                </a:ext>
              </a:extLst>
            </p:cNvPr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165;p85">
              <a:extLst>
                <a:ext uri="{FF2B5EF4-FFF2-40B4-BE49-F238E27FC236}">
                  <a16:creationId xmlns:a16="http://schemas.microsoft.com/office/drawing/2014/main" id="{5D450342-ADDA-9F72-395A-16DFE3371F17}"/>
                </a:ext>
              </a:extLst>
            </p:cNvPr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166;p85">
              <a:extLst>
                <a:ext uri="{FF2B5EF4-FFF2-40B4-BE49-F238E27FC236}">
                  <a16:creationId xmlns:a16="http://schemas.microsoft.com/office/drawing/2014/main" id="{0BC98D2D-5488-7FE9-7276-46F05D1693D8}"/>
                </a:ext>
              </a:extLst>
            </p:cNvPr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167;p85">
              <a:extLst>
                <a:ext uri="{FF2B5EF4-FFF2-40B4-BE49-F238E27FC236}">
                  <a16:creationId xmlns:a16="http://schemas.microsoft.com/office/drawing/2014/main" id="{B920D309-5760-8FF6-4C5B-EE2E93E791DA}"/>
                </a:ext>
              </a:extLst>
            </p:cNvPr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solidFill>
                <a:srgbClr val="0F67EB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85283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p71"/>
          <p:cNvSpPr txBox="1">
            <a:spLocks noGrp="1"/>
          </p:cNvSpPr>
          <p:nvPr>
            <p:ph type="title"/>
          </p:nvPr>
        </p:nvSpPr>
        <p:spPr>
          <a:xfrm>
            <a:off x="713258" y="1611142"/>
            <a:ext cx="4215804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¿Preguntas?</a:t>
            </a:r>
            <a:endParaRPr sz="4800" dirty="0"/>
          </a:p>
        </p:txBody>
      </p:sp>
      <p:grpSp>
        <p:nvGrpSpPr>
          <p:cNvPr id="2612" name="Google Shape;2612;p71"/>
          <p:cNvGrpSpPr/>
          <p:nvPr/>
        </p:nvGrpSpPr>
        <p:grpSpPr>
          <a:xfrm>
            <a:off x="5134560" y="1406550"/>
            <a:ext cx="3386836" cy="3533442"/>
            <a:chOff x="2770216" y="1172311"/>
            <a:chExt cx="3514928" cy="3667079"/>
          </a:xfrm>
        </p:grpSpPr>
        <p:sp>
          <p:nvSpPr>
            <p:cNvPr id="2613" name="Google Shape;2613;p71"/>
            <p:cNvSpPr/>
            <p:nvPr/>
          </p:nvSpPr>
          <p:spPr>
            <a:xfrm>
              <a:off x="2770216" y="1172311"/>
              <a:ext cx="3514928" cy="2228226"/>
            </a:xfrm>
            <a:custGeom>
              <a:avLst/>
              <a:gdLst/>
              <a:ahLst/>
              <a:cxnLst/>
              <a:rect l="l" t="t" r="r" b="b"/>
              <a:pathLst>
                <a:path w="47371" h="30030" extrusionOk="0">
                  <a:moveTo>
                    <a:pt x="30713" y="1"/>
                  </a:moveTo>
                  <a:cubicBezTo>
                    <a:pt x="29748" y="1"/>
                    <a:pt x="28782" y="127"/>
                    <a:pt x="27824" y="424"/>
                  </a:cubicBezTo>
                  <a:cubicBezTo>
                    <a:pt x="26233" y="898"/>
                    <a:pt x="24733" y="1605"/>
                    <a:pt x="23077" y="1931"/>
                  </a:cubicBezTo>
                  <a:cubicBezTo>
                    <a:pt x="22133" y="2112"/>
                    <a:pt x="21172" y="2158"/>
                    <a:pt x="20205" y="2158"/>
                  </a:cubicBezTo>
                  <a:cubicBezTo>
                    <a:pt x="19185" y="2158"/>
                    <a:pt x="18159" y="2106"/>
                    <a:pt x="17142" y="2106"/>
                  </a:cubicBezTo>
                  <a:cubicBezTo>
                    <a:pt x="15844" y="2106"/>
                    <a:pt x="14560" y="2191"/>
                    <a:pt x="13322" y="2574"/>
                  </a:cubicBezTo>
                  <a:cubicBezTo>
                    <a:pt x="11079" y="3282"/>
                    <a:pt x="9198" y="4966"/>
                    <a:pt x="8250" y="7088"/>
                  </a:cubicBezTo>
                  <a:cubicBezTo>
                    <a:pt x="7514" y="8708"/>
                    <a:pt x="7337" y="10505"/>
                    <a:pt x="6453" y="12012"/>
                  </a:cubicBezTo>
                  <a:cubicBezTo>
                    <a:pt x="5158" y="14247"/>
                    <a:pt x="2590" y="15513"/>
                    <a:pt x="1296" y="17756"/>
                  </a:cubicBezTo>
                  <a:cubicBezTo>
                    <a:pt x="1" y="20055"/>
                    <a:pt x="355" y="23062"/>
                    <a:pt x="1798" y="25304"/>
                  </a:cubicBezTo>
                  <a:cubicBezTo>
                    <a:pt x="1883" y="25389"/>
                    <a:pt x="1946" y="25509"/>
                    <a:pt x="2031" y="25630"/>
                  </a:cubicBezTo>
                  <a:cubicBezTo>
                    <a:pt x="3687" y="27865"/>
                    <a:pt x="6340" y="29195"/>
                    <a:pt x="9077" y="29726"/>
                  </a:cubicBezTo>
                  <a:cubicBezTo>
                    <a:pt x="10189" y="29941"/>
                    <a:pt x="11314" y="30029"/>
                    <a:pt x="12442" y="30029"/>
                  </a:cubicBezTo>
                  <a:cubicBezTo>
                    <a:pt x="14099" y="30029"/>
                    <a:pt x="15761" y="29838"/>
                    <a:pt x="17390" y="29577"/>
                  </a:cubicBezTo>
                  <a:cubicBezTo>
                    <a:pt x="18897" y="29344"/>
                    <a:pt x="20425" y="29047"/>
                    <a:pt x="21960" y="29018"/>
                  </a:cubicBezTo>
                  <a:cubicBezTo>
                    <a:pt x="22130" y="29012"/>
                    <a:pt x="22300" y="29010"/>
                    <a:pt x="22470" y="29010"/>
                  </a:cubicBezTo>
                  <a:cubicBezTo>
                    <a:pt x="24892" y="29010"/>
                    <a:pt x="27287" y="29585"/>
                    <a:pt x="29713" y="29698"/>
                  </a:cubicBezTo>
                  <a:cubicBezTo>
                    <a:pt x="29922" y="29707"/>
                    <a:pt x="30132" y="29711"/>
                    <a:pt x="30343" y="29711"/>
                  </a:cubicBezTo>
                  <a:cubicBezTo>
                    <a:pt x="32751" y="29711"/>
                    <a:pt x="35268" y="29093"/>
                    <a:pt x="36816" y="27278"/>
                  </a:cubicBezTo>
                  <a:cubicBezTo>
                    <a:pt x="37672" y="26274"/>
                    <a:pt x="38139" y="25007"/>
                    <a:pt x="39143" y="24123"/>
                  </a:cubicBezTo>
                  <a:cubicBezTo>
                    <a:pt x="40120" y="23295"/>
                    <a:pt x="41414" y="22977"/>
                    <a:pt x="42560" y="22383"/>
                  </a:cubicBezTo>
                  <a:cubicBezTo>
                    <a:pt x="44859" y="21173"/>
                    <a:pt x="46366" y="18789"/>
                    <a:pt x="46869" y="16256"/>
                  </a:cubicBezTo>
                  <a:cubicBezTo>
                    <a:pt x="47371" y="13717"/>
                    <a:pt x="46925" y="11064"/>
                    <a:pt x="45984" y="8651"/>
                  </a:cubicBezTo>
                  <a:cubicBezTo>
                    <a:pt x="44541" y="4966"/>
                    <a:pt x="40735" y="2751"/>
                    <a:pt x="37141" y="1428"/>
                  </a:cubicBezTo>
                  <a:cubicBezTo>
                    <a:pt x="35075" y="648"/>
                    <a:pt x="32897" y="1"/>
                    <a:pt x="30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14" name="Google Shape;2614;p71"/>
            <p:cNvGrpSpPr/>
            <p:nvPr/>
          </p:nvGrpSpPr>
          <p:grpSpPr>
            <a:xfrm>
              <a:off x="4859988" y="1584961"/>
              <a:ext cx="1034299" cy="200009"/>
              <a:chOff x="5111749" y="2599637"/>
              <a:chExt cx="339794" cy="65708"/>
            </a:xfrm>
          </p:grpSpPr>
          <p:sp>
            <p:nvSpPr>
              <p:cNvPr id="2615" name="Google Shape;2615;p71"/>
              <p:cNvSpPr/>
              <p:nvPr/>
            </p:nvSpPr>
            <p:spPr>
              <a:xfrm>
                <a:off x="5172695" y="2607379"/>
                <a:ext cx="23262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73" h="1090" extrusionOk="0">
                    <a:moveTo>
                      <a:pt x="57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57" y="1090"/>
                    </a:lnTo>
                    <a:lnTo>
                      <a:pt x="673" y="644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Google Shape;2616;p71"/>
              <p:cNvSpPr/>
              <p:nvPr/>
            </p:nvSpPr>
            <p:spPr>
              <a:xfrm>
                <a:off x="5188837" y="2607379"/>
                <a:ext cx="23504" cy="3767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90" extrusionOk="0">
                    <a:moveTo>
                      <a:pt x="64" y="0"/>
                    </a:moveTo>
                    <a:lnTo>
                      <a:pt x="0" y="85"/>
                    </a:lnTo>
                    <a:lnTo>
                      <a:pt x="531" y="644"/>
                    </a:lnTo>
                    <a:lnTo>
                      <a:pt x="0" y="1026"/>
                    </a:lnTo>
                    <a:lnTo>
                      <a:pt x="64" y="1090"/>
                    </a:lnTo>
                    <a:lnTo>
                      <a:pt x="680" y="644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Google Shape;2617;p71"/>
              <p:cNvSpPr/>
              <p:nvPr/>
            </p:nvSpPr>
            <p:spPr>
              <a:xfrm>
                <a:off x="5221605" y="2607379"/>
                <a:ext cx="24472" cy="35464"/>
              </a:xfrm>
              <a:custGeom>
                <a:avLst/>
                <a:gdLst/>
                <a:ahLst/>
                <a:cxnLst/>
                <a:rect l="l" t="t" r="r" b="b"/>
                <a:pathLst>
                  <a:path w="708" h="1026" extrusionOk="0">
                    <a:moveTo>
                      <a:pt x="354" y="85"/>
                    </a:moveTo>
                    <a:cubicBezTo>
                      <a:pt x="496" y="85"/>
                      <a:pt x="616" y="290"/>
                      <a:pt x="616" y="531"/>
                    </a:cubicBezTo>
                    <a:cubicBezTo>
                      <a:pt x="616" y="736"/>
                      <a:pt x="496" y="941"/>
                      <a:pt x="354" y="941"/>
                    </a:cubicBezTo>
                    <a:cubicBezTo>
                      <a:pt x="206" y="941"/>
                      <a:pt x="85" y="736"/>
                      <a:pt x="85" y="531"/>
                    </a:cubicBezTo>
                    <a:cubicBezTo>
                      <a:pt x="85" y="290"/>
                      <a:pt x="206" y="85"/>
                      <a:pt x="354" y="85"/>
                    </a:cubicBezTo>
                    <a:close/>
                    <a:moveTo>
                      <a:pt x="354" y="0"/>
                    </a:moveTo>
                    <a:cubicBezTo>
                      <a:pt x="142" y="0"/>
                      <a:pt x="0" y="234"/>
                      <a:pt x="0" y="531"/>
                    </a:cubicBezTo>
                    <a:cubicBezTo>
                      <a:pt x="0" y="792"/>
                      <a:pt x="142" y="1026"/>
                      <a:pt x="354" y="1026"/>
                    </a:cubicBezTo>
                    <a:cubicBezTo>
                      <a:pt x="531" y="1026"/>
                      <a:pt x="708" y="792"/>
                      <a:pt x="708" y="531"/>
                    </a:cubicBezTo>
                    <a:cubicBezTo>
                      <a:pt x="708" y="234"/>
                      <a:pt x="531" y="0"/>
                      <a:pt x="3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Google Shape;2618;p71"/>
              <p:cNvSpPr/>
              <p:nvPr/>
            </p:nvSpPr>
            <p:spPr>
              <a:xfrm>
                <a:off x="5256868" y="2611285"/>
                <a:ext cx="321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3" h="949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2" y="948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Google Shape;2619;p71"/>
              <p:cNvSpPr/>
              <p:nvPr/>
            </p:nvSpPr>
            <p:spPr>
              <a:xfrm>
                <a:off x="5272250" y="2612253"/>
                <a:ext cx="21327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617" h="949" extrusionOk="0">
                    <a:moveTo>
                      <a:pt x="532" y="93"/>
                    </a:moveTo>
                    <a:lnTo>
                      <a:pt x="532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616" y="949"/>
                    </a:lnTo>
                    <a:lnTo>
                      <a:pt x="6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Google Shape;2620;p71"/>
              <p:cNvSpPr/>
              <p:nvPr/>
            </p:nvSpPr>
            <p:spPr>
              <a:xfrm>
                <a:off x="5304777" y="2612253"/>
                <a:ext cx="30625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886" h="949" extrusionOk="0">
                    <a:moveTo>
                      <a:pt x="793" y="93"/>
                    </a:moveTo>
                    <a:lnTo>
                      <a:pt x="793" y="857"/>
                    </a:lnTo>
                    <a:lnTo>
                      <a:pt x="86" y="857"/>
                    </a:lnTo>
                    <a:lnTo>
                      <a:pt x="86" y="93"/>
                    </a:lnTo>
                    <a:close/>
                    <a:moveTo>
                      <a:pt x="1" y="1"/>
                    </a:moveTo>
                    <a:lnTo>
                      <a:pt x="1" y="949"/>
                    </a:lnTo>
                    <a:lnTo>
                      <a:pt x="885" y="949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Google Shape;2621;p71"/>
              <p:cNvSpPr/>
              <p:nvPr/>
            </p:nvSpPr>
            <p:spPr>
              <a:xfrm>
                <a:off x="5345634" y="2612253"/>
                <a:ext cx="34496" cy="32802"/>
              </a:xfrm>
              <a:custGeom>
                <a:avLst/>
                <a:gdLst/>
                <a:ahLst/>
                <a:cxnLst/>
                <a:rect l="l" t="t" r="r" b="b"/>
                <a:pathLst>
                  <a:path w="998" h="949" extrusionOk="0">
                    <a:moveTo>
                      <a:pt x="913" y="93"/>
                    </a:moveTo>
                    <a:lnTo>
                      <a:pt x="913" y="857"/>
                    </a:lnTo>
                    <a:lnTo>
                      <a:pt x="85" y="857"/>
                    </a:lnTo>
                    <a:lnTo>
                      <a:pt x="85" y="93"/>
                    </a:lnTo>
                    <a:close/>
                    <a:moveTo>
                      <a:pt x="0" y="1"/>
                    </a:moveTo>
                    <a:lnTo>
                      <a:pt x="0" y="949"/>
                    </a:lnTo>
                    <a:lnTo>
                      <a:pt x="998" y="949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Google Shape;2622;p71"/>
              <p:cNvSpPr/>
              <p:nvPr/>
            </p:nvSpPr>
            <p:spPr>
              <a:xfrm>
                <a:off x="5392332" y="2599637"/>
                <a:ext cx="20566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595" h="1781" extrusionOk="0">
                    <a:moveTo>
                      <a:pt x="259" y="0"/>
                    </a:moveTo>
                    <a:cubicBezTo>
                      <a:pt x="241" y="0"/>
                      <a:pt x="224" y="4"/>
                      <a:pt x="206" y="12"/>
                    </a:cubicBezTo>
                    <a:lnTo>
                      <a:pt x="241" y="104"/>
                    </a:lnTo>
                    <a:cubicBezTo>
                      <a:pt x="250" y="94"/>
                      <a:pt x="260" y="91"/>
                      <a:pt x="269" y="91"/>
                    </a:cubicBezTo>
                    <a:cubicBezTo>
                      <a:pt x="288" y="91"/>
                      <a:pt x="307" y="104"/>
                      <a:pt x="326" y="104"/>
                    </a:cubicBezTo>
                    <a:cubicBezTo>
                      <a:pt x="382" y="132"/>
                      <a:pt x="418" y="224"/>
                      <a:pt x="418" y="281"/>
                    </a:cubicBezTo>
                    <a:cubicBezTo>
                      <a:pt x="418" y="337"/>
                      <a:pt x="418" y="401"/>
                      <a:pt x="382" y="486"/>
                    </a:cubicBezTo>
                    <a:lnTo>
                      <a:pt x="382" y="634"/>
                    </a:lnTo>
                    <a:cubicBezTo>
                      <a:pt x="354" y="719"/>
                      <a:pt x="382" y="840"/>
                      <a:pt x="446" y="896"/>
                    </a:cubicBezTo>
                    <a:cubicBezTo>
                      <a:pt x="418" y="932"/>
                      <a:pt x="382" y="960"/>
                      <a:pt x="382" y="988"/>
                    </a:cubicBezTo>
                    <a:cubicBezTo>
                      <a:pt x="354" y="1073"/>
                      <a:pt x="354" y="1137"/>
                      <a:pt x="382" y="1193"/>
                    </a:cubicBezTo>
                    <a:lnTo>
                      <a:pt x="382" y="1222"/>
                    </a:lnTo>
                    <a:cubicBezTo>
                      <a:pt x="382" y="1370"/>
                      <a:pt x="382" y="1490"/>
                      <a:pt x="326" y="1575"/>
                    </a:cubicBezTo>
                    <a:cubicBezTo>
                      <a:pt x="285" y="1642"/>
                      <a:pt x="196" y="1690"/>
                      <a:pt x="115" y="1690"/>
                    </a:cubicBezTo>
                    <a:cubicBezTo>
                      <a:pt x="84" y="1690"/>
                      <a:pt x="54" y="1683"/>
                      <a:pt x="29" y="1667"/>
                    </a:cubicBezTo>
                    <a:lnTo>
                      <a:pt x="0" y="1724"/>
                    </a:lnTo>
                    <a:cubicBezTo>
                      <a:pt x="29" y="1752"/>
                      <a:pt x="92" y="1780"/>
                      <a:pt x="121" y="1780"/>
                    </a:cubicBezTo>
                    <a:cubicBezTo>
                      <a:pt x="241" y="1780"/>
                      <a:pt x="326" y="1696"/>
                      <a:pt x="382" y="1639"/>
                    </a:cubicBezTo>
                    <a:cubicBezTo>
                      <a:pt x="474" y="1519"/>
                      <a:pt x="474" y="1370"/>
                      <a:pt x="474" y="1193"/>
                    </a:cubicBezTo>
                    <a:cubicBezTo>
                      <a:pt x="446" y="1137"/>
                      <a:pt x="446" y="1073"/>
                      <a:pt x="474" y="1016"/>
                    </a:cubicBezTo>
                    <a:cubicBezTo>
                      <a:pt x="474" y="988"/>
                      <a:pt x="503" y="960"/>
                      <a:pt x="531" y="960"/>
                    </a:cubicBezTo>
                    <a:lnTo>
                      <a:pt x="559" y="960"/>
                    </a:lnTo>
                    <a:lnTo>
                      <a:pt x="595" y="868"/>
                    </a:lnTo>
                    <a:lnTo>
                      <a:pt x="559" y="868"/>
                    </a:lnTo>
                    <a:cubicBezTo>
                      <a:pt x="503" y="840"/>
                      <a:pt x="446" y="719"/>
                      <a:pt x="474" y="634"/>
                    </a:cubicBezTo>
                    <a:lnTo>
                      <a:pt x="474" y="486"/>
                    </a:lnTo>
                    <a:cubicBezTo>
                      <a:pt x="503" y="429"/>
                      <a:pt x="503" y="337"/>
                      <a:pt x="503" y="252"/>
                    </a:cubicBezTo>
                    <a:cubicBezTo>
                      <a:pt x="503" y="160"/>
                      <a:pt x="446" y="76"/>
                      <a:pt x="382" y="47"/>
                    </a:cubicBezTo>
                    <a:cubicBezTo>
                      <a:pt x="342" y="22"/>
                      <a:pt x="302" y="0"/>
                      <a:pt x="2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Google Shape;2623;p71"/>
              <p:cNvSpPr/>
              <p:nvPr/>
            </p:nvSpPr>
            <p:spPr>
              <a:xfrm>
                <a:off x="5425101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85" y="1"/>
                    </a:moveTo>
                    <a:lnTo>
                      <a:pt x="0" y="29"/>
                    </a:lnTo>
                    <a:cubicBezTo>
                      <a:pt x="206" y="531"/>
                      <a:pt x="206" y="1090"/>
                      <a:pt x="29" y="1564"/>
                    </a:cubicBezTo>
                    <a:lnTo>
                      <a:pt x="85" y="1592"/>
                    </a:lnTo>
                    <a:cubicBezTo>
                      <a:pt x="290" y="1090"/>
                      <a:pt x="290" y="503"/>
                      <a:pt x="8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Google Shape;2624;p71"/>
              <p:cNvSpPr/>
              <p:nvPr/>
            </p:nvSpPr>
            <p:spPr>
              <a:xfrm>
                <a:off x="5438305" y="2601261"/>
                <a:ext cx="13238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14" y="0"/>
                    </a:moveTo>
                    <a:lnTo>
                      <a:pt x="29" y="29"/>
                    </a:lnTo>
                    <a:cubicBezTo>
                      <a:pt x="290" y="587"/>
                      <a:pt x="290" y="1267"/>
                      <a:pt x="0" y="1825"/>
                    </a:cubicBezTo>
                    <a:lnTo>
                      <a:pt x="85" y="1854"/>
                    </a:lnTo>
                    <a:cubicBezTo>
                      <a:pt x="382" y="1295"/>
                      <a:pt x="382" y="587"/>
                      <a:pt x="1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Google Shape;2625;p71"/>
              <p:cNvSpPr/>
              <p:nvPr/>
            </p:nvSpPr>
            <p:spPr>
              <a:xfrm>
                <a:off x="5150394" y="2599637"/>
                <a:ext cx="21569" cy="61560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781" extrusionOk="0">
                    <a:moveTo>
                      <a:pt x="352" y="0"/>
                    </a:moveTo>
                    <a:cubicBezTo>
                      <a:pt x="322" y="0"/>
                      <a:pt x="281" y="22"/>
                      <a:pt x="241" y="47"/>
                    </a:cubicBezTo>
                    <a:cubicBezTo>
                      <a:pt x="177" y="76"/>
                      <a:pt x="121" y="160"/>
                      <a:pt x="121" y="252"/>
                    </a:cubicBezTo>
                    <a:cubicBezTo>
                      <a:pt x="92" y="337"/>
                      <a:pt x="121" y="429"/>
                      <a:pt x="121" y="486"/>
                    </a:cubicBezTo>
                    <a:cubicBezTo>
                      <a:pt x="149" y="542"/>
                      <a:pt x="149" y="578"/>
                      <a:pt x="149" y="634"/>
                    </a:cubicBezTo>
                    <a:cubicBezTo>
                      <a:pt x="149" y="719"/>
                      <a:pt x="121" y="840"/>
                      <a:pt x="29" y="868"/>
                    </a:cubicBezTo>
                    <a:lnTo>
                      <a:pt x="1" y="868"/>
                    </a:lnTo>
                    <a:lnTo>
                      <a:pt x="29" y="960"/>
                    </a:lnTo>
                    <a:lnTo>
                      <a:pt x="92" y="960"/>
                    </a:lnTo>
                    <a:cubicBezTo>
                      <a:pt x="121" y="960"/>
                      <a:pt x="149" y="988"/>
                      <a:pt x="149" y="1016"/>
                    </a:cubicBezTo>
                    <a:lnTo>
                      <a:pt x="149" y="1193"/>
                    </a:lnTo>
                    <a:cubicBezTo>
                      <a:pt x="121" y="1370"/>
                      <a:pt x="149" y="1519"/>
                      <a:pt x="206" y="1639"/>
                    </a:cubicBezTo>
                    <a:cubicBezTo>
                      <a:pt x="269" y="1696"/>
                      <a:pt x="383" y="1780"/>
                      <a:pt x="475" y="1780"/>
                    </a:cubicBezTo>
                    <a:cubicBezTo>
                      <a:pt x="531" y="1780"/>
                      <a:pt x="595" y="1752"/>
                      <a:pt x="623" y="1724"/>
                    </a:cubicBezTo>
                    <a:lnTo>
                      <a:pt x="559" y="1667"/>
                    </a:lnTo>
                    <a:cubicBezTo>
                      <a:pt x="536" y="1683"/>
                      <a:pt x="510" y="1690"/>
                      <a:pt x="483" y="1690"/>
                    </a:cubicBezTo>
                    <a:cubicBezTo>
                      <a:pt x="413" y="1690"/>
                      <a:pt x="339" y="1642"/>
                      <a:pt x="298" y="1575"/>
                    </a:cubicBezTo>
                    <a:cubicBezTo>
                      <a:pt x="241" y="1490"/>
                      <a:pt x="206" y="1370"/>
                      <a:pt x="241" y="1222"/>
                    </a:cubicBezTo>
                    <a:lnTo>
                      <a:pt x="241" y="1193"/>
                    </a:lnTo>
                    <a:lnTo>
                      <a:pt x="241" y="988"/>
                    </a:lnTo>
                    <a:cubicBezTo>
                      <a:pt x="206" y="960"/>
                      <a:pt x="177" y="932"/>
                      <a:pt x="149" y="896"/>
                    </a:cubicBezTo>
                    <a:cubicBezTo>
                      <a:pt x="206" y="840"/>
                      <a:pt x="241" y="719"/>
                      <a:pt x="241" y="634"/>
                    </a:cubicBezTo>
                    <a:cubicBezTo>
                      <a:pt x="241" y="578"/>
                      <a:pt x="241" y="514"/>
                      <a:pt x="206" y="486"/>
                    </a:cubicBezTo>
                    <a:cubicBezTo>
                      <a:pt x="206" y="401"/>
                      <a:pt x="177" y="337"/>
                      <a:pt x="206" y="281"/>
                    </a:cubicBezTo>
                    <a:cubicBezTo>
                      <a:pt x="206" y="224"/>
                      <a:pt x="241" y="132"/>
                      <a:pt x="298" y="104"/>
                    </a:cubicBezTo>
                    <a:cubicBezTo>
                      <a:pt x="317" y="104"/>
                      <a:pt x="335" y="91"/>
                      <a:pt x="354" y="91"/>
                    </a:cubicBezTo>
                    <a:cubicBezTo>
                      <a:pt x="364" y="91"/>
                      <a:pt x="373" y="94"/>
                      <a:pt x="383" y="104"/>
                    </a:cubicBezTo>
                    <a:lnTo>
                      <a:pt x="383" y="12"/>
                    </a:lnTo>
                    <a:cubicBezTo>
                      <a:pt x="374" y="4"/>
                      <a:pt x="364" y="0"/>
                      <a:pt x="35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Google Shape;2626;p71"/>
              <p:cNvSpPr/>
              <p:nvPr/>
            </p:nvSpPr>
            <p:spPr>
              <a:xfrm>
                <a:off x="5128133" y="2602229"/>
                <a:ext cx="10058" cy="55062"/>
              </a:xfrm>
              <a:custGeom>
                <a:avLst/>
                <a:gdLst/>
                <a:ahLst/>
                <a:cxnLst/>
                <a:rect l="l" t="t" r="r" b="b"/>
                <a:pathLst>
                  <a:path w="291" h="1593" extrusionOk="0">
                    <a:moveTo>
                      <a:pt x="206" y="1"/>
                    </a:moveTo>
                    <a:cubicBezTo>
                      <a:pt x="1" y="503"/>
                      <a:pt x="1" y="1090"/>
                      <a:pt x="206" y="1592"/>
                    </a:cubicBezTo>
                    <a:lnTo>
                      <a:pt x="291" y="1564"/>
                    </a:lnTo>
                    <a:cubicBezTo>
                      <a:pt x="86" y="1090"/>
                      <a:pt x="86" y="531"/>
                      <a:pt x="291" y="29"/>
                    </a:cubicBez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Google Shape;2627;p71"/>
              <p:cNvSpPr/>
              <p:nvPr/>
            </p:nvSpPr>
            <p:spPr>
              <a:xfrm>
                <a:off x="5111749" y="2601261"/>
                <a:ext cx="14241" cy="64084"/>
              </a:xfrm>
              <a:custGeom>
                <a:avLst/>
                <a:gdLst/>
                <a:ahLst/>
                <a:cxnLst/>
                <a:rect l="l" t="t" r="r" b="b"/>
                <a:pathLst>
                  <a:path w="412" h="1854" extrusionOk="0">
                    <a:moveTo>
                      <a:pt x="263" y="0"/>
                    </a:moveTo>
                    <a:lnTo>
                      <a:pt x="263" y="0"/>
                    </a:lnTo>
                    <a:cubicBezTo>
                      <a:pt x="1" y="587"/>
                      <a:pt x="29" y="1295"/>
                      <a:pt x="326" y="1854"/>
                    </a:cubicBezTo>
                    <a:lnTo>
                      <a:pt x="411" y="1825"/>
                    </a:lnTo>
                    <a:cubicBezTo>
                      <a:pt x="121" y="1267"/>
                      <a:pt x="86" y="587"/>
                      <a:pt x="354" y="29"/>
                    </a:cubicBezTo>
                    <a:lnTo>
                      <a:pt x="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28" name="Google Shape;2628;p71"/>
            <p:cNvGrpSpPr/>
            <p:nvPr/>
          </p:nvGrpSpPr>
          <p:grpSpPr>
            <a:xfrm>
              <a:off x="3039177" y="1582153"/>
              <a:ext cx="1761889" cy="1511082"/>
              <a:chOff x="4014029" y="2295956"/>
              <a:chExt cx="578826" cy="496429"/>
            </a:xfrm>
          </p:grpSpPr>
          <p:sp>
            <p:nvSpPr>
              <p:cNvPr id="2629" name="Google Shape;2629;p71"/>
              <p:cNvSpPr/>
              <p:nvPr/>
            </p:nvSpPr>
            <p:spPr>
              <a:xfrm>
                <a:off x="4045588" y="2295956"/>
                <a:ext cx="547268" cy="457537"/>
              </a:xfrm>
              <a:custGeom>
                <a:avLst/>
                <a:gdLst/>
                <a:ahLst/>
                <a:cxnLst/>
                <a:rect l="l" t="t" r="r" b="b"/>
                <a:pathLst>
                  <a:path w="15833" h="13237" extrusionOk="0">
                    <a:moveTo>
                      <a:pt x="0" y="0"/>
                    </a:moveTo>
                    <a:lnTo>
                      <a:pt x="0" y="13237"/>
                    </a:lnTo>
                    <a:lnTo>
                      <a:pt x="15832" y="13237"/>
                    </a:lnTo>
                    <a:lnTo>
                      <a:pt x="15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Google Shape;2630;p71"/>
              <p:cNvSpPr/>
              <p:nvPr/>
            </p:nvSpPr>
            <p:spPr>
              <a:xfrm>
                <a:off x="4014029" y="2447805"/>
                <a:ext cx="4182" cy="2156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624" extrusionOk="0">
                    <a:moveTo>
                      <a:pt x="0" y="1"/>
                    </a:moveTo>
                    <a:lnTo>
                      <a:pt x="0" y="623"/>
                    </a:lnTo>
                    <a:lnTo>
                      <a:pt x="121" y="62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Google Shape;2631;p71"/>
              <p:cNvSpPr/>
              <p:nvPr/>
            </p:nvSpPr>
            <p:spPr>
              <a:xfrm>
                <a:off x="4014029" y="2485481"/>
                <a:ext cx="23504" cy="300785"/>
              </a:xfrm>
              <a:custGeom>
                <a:avLst/>
                <a:gdLst/>
                <a:ahLst/>
                <a:cxnLst/>
                <a:rect l="l" t="t" r="r" b="b"/>
                <a:pathLst>
                  <a:path w="680" h="8702" extrusionOk="0">
                    <a:moveTo>
                      <a:pt x="0" y="0"/>
                    </a:moveTo>
                    <a:cubicBezTo>
                      <a:pt x="29" y="2865"/>
                      <a:pt x="121" y="8581"/>
                      <a:pt x="149" y="8638"/>
                    </a:cubicBezTo>
                    <a:lnTo>
                      <a:pt x="149" y="8702"/>
                    </a:lnTo>
                    <a:lnTo>
                      <a:pt x="680" y="8702"/>
                    </a:lnTo>
                    <a:lnTo>
                      <a:pt x="680" y="8581"/>
                    </a:lnTo>
                    <a:lnTo>
                      <a:pt x="234" y="8581"/>
                    </a:lnTo>
                    <a:cubicBezTo>
                      <a:pt x="234" y="7959"/>
                      <a:pt x="149" y="2717"/>
                      <a:pt x="1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Google Shape;2632;p71"/>
              <p:cNvSpPr/>
              <p:nvPr/>
            </p:nvSpPr>
            <p:spPr>
              <a:xfrm>
                <a:off x="4558097" y="2394988"/>
                <a:ext cx="7155" cy="386160"/>
              </a:xfrm>
              <a:custGeom>
                <a:avLst/>
                <a:gdLst/>
                <a:ahLst/>
                <a:cxnLst/>
                <a:rect l="l" t="t" r="r" b="b"/>
                <a:pathLst>
                  <a:path w="207" h="11172" extrusionOk="0">
                    <a:moveTo>
                      <a:pt x="93" y="1"/>
                    </a:moveTo>
                    <a:lnTo>
                      <a:pt x="1" y="11171"/>
                    </a:lnTo>
                    <a:lnTo>
                      <a:pt x="121" y="11171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Google Shape;2633;p71"/>
              <p:cNvSpPr/>
              <p:nvPr/>
            </p:nvSpPr>
            <p:spPr>
              <a:xfrm>
                <a:off x="4376660" y="2313309"/>
                <a:ext cx="189554" cy="42826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1239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5370" y="121"/>
                    </a:lnTo>
                    <a:lnTo>
                      <a:pt x="5342" y="1239"/>
                    </a:lnTo>
                    <a:lnTo>
                      <a:pt x="5455" y="1239"/>
                    </a:lnTo>
                    <a:lnTo>
                      <a:pt x="54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Google Shape;2634;p71"/>
              <p:cNvSpPr/>
              <p:nvPr/>
            </p:nvSpPr>
            <p:spPr>
              <a:xfrm>
                <a:off x="4014029" y="2349015"/>
                <a:ext cx="5185" cy="52124"/>
              </a:xfrm>
              <a:custGeom>
                <a:avLst/>
                <a:gdLst/>
                <a:ahLst/>
                <a:cxnLst/>
                <a:rect l="l" t="t" r="r" b="b"/>
                <a:pathLst>
                  <a:path w="150" h="1508" extrusionOk="0">
                    <a:moveTo>
                      <a:pt x="29" y="1"/>
                    </a:moveTo>
                    <a:cubicBezTo>
                      <a:pt x="29" y="588"/>
                      <a:pt x="29" y="1062"/>
                      <a:pt x="0" y="1507"/>
                    </a:cubicBezTo>
                    <a:lnTo>
                      <a:pt x="121" y="1507"/>
                    </a:lnTo>
                    <a:cubicBezTo>
                      <a:pt x="149" y="1062"/>
                      <a:pt x="149" y="588"/>
                      <a:pt x="1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Google Shape;2635;p71"/>
              <p:cNvSpPr/>
              <p:nvPr/>
            </p:nvSpPr>
            <p:spPr>
              <a:xfrm>
                <a:off x="4084440" y="2333875"/>
                <a:ext cx="136497" cy="136463"/>
              </a:xfrm>
              <a:custGeom>
                <a:avLst/>
                <a:gdLst/>
                <a:ahLst/>
                <a:cxnLst/>
                <a:rect l="l" t="t" r="r" b="b"/>
                <a:pathLst>
                  <a:path w="3949" h="3948" extrusionOk="0">
                    <a:moveTo>
                      <a:pt x="1975" y="113"/>
                    </a:moveTo>
                    <a:cubicBezTo>
                      <a:pt x="3007" y="113"/>
                      <a:pt x="3828" y="941"/>
                      <a:pt x="3828" y="1974"/>
                    </a:cubicBezTo>
                    <a:cubicBezTo>
                      <a:pt x="3828" y="3007"/>
                      <a:pt x="3007" y="3827"/>
                      <a:pt x="1975" y="3827"/>
                    </a:cubicBezTo>
                    <a:cubicBezTo>
                      <a:pt x="942" y="3827"/>
                      <a:pt x="114" y="3007"/>
                      <a:pt x="114" y="1974"/>
                    </a:cubicBezTo>
                    <a:cubicBezTo>
                      <a:pt x="114" y="941"/>
                      <a:pt x="942" y="113"/>
                      <a:pt x="1975" y="113"/>
                    </a:cubicBezTo>
                    <a:close/>
                    <a:moveTo>
                      <a:pt x="1975" y="0"/>
                    </a:moveTo>
                    <a:cubicBezTo>
                      <a:pt x="885" y="0"/>
                      <a:pt x="1" y="884"/>
                      <a:pt x="1" y="1974"/>
                    </a:cubicBezTo>
                    <a:cubicBezTo>
                      <a:pt x="1" y="3063"/>
                      <a:pt x="885" y="3948"/>
                      <a:pt x="1975" y="3948"/>
                    </a:cubicBezTo>
                    <a:cubicBezTo>
                      <a:pt x="3064" y="3948"/>
                      <a:pt x="3948" y="3063"/>
                      <a:pt x="3948" y="1974"/>
                    </a:cubicBezTo>
                    <a:cubicBezTo>
                      <a:pt x="3948" y="884"/>
                      <a:pt x="3064" y="0"/>
                      <a:pt x="197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Google Shape;2636;p71"/>
              <p:cNvSpPr/>
              <p:nvPr/>
            </p:nvSpPr>
            <p:spPr>
              <a:xfrm>
                <a:off x="4115999" y="2365399"/>
                <a:ext cx="73381" cy="73381"/>
              </a:xfrm>
              <a:custGeom>
                <a:avLst/>
                <a:gdLst/>
                <a:ahLst/>
                <a:cxnLst/>
                <a:rect l="l" t="t" r="r" b="b"/>
                <a:pathLst>
                  <a:path w="2123" h="2123" extrusionOk="0">
                    <a:moveTo>
                      <a:pt x="1062" y="1"/>
                    </a:moveTo>
                    <a:cubicBezTo>
                      <a:pt x="467" y="1"/>
                      <a:pt x="0" y="468"/>
                      <a:pt x="0" y="1062"/>
                    </a:cubicBezTo>
                    <a:cubicBezTo>
                      <a:pt x="0" y="1649"/>
                      <a:pt x="467" y="2123"/>
                      <a:pt x="1062" y="2123"/>
                    </a:cubicBezTo>
                    <a:cubicBezTo>
                      <a:pt x="1649" y="2123"/>
                      <a:pt x="2123" y="1649"/>
                      <a:pt x="2123" y="1062"/>
                    </a:cubicBezTo>
                    <a:cubicBezTo>
                      <a:pt x="2123" y="468"/>
                      <a:pt x="1649" y="1"/>
                      <a:pt x="10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Google Shape;2637;p71"/>
              <p:cNvSpPr/>
              <p:nvPr/>
            </p:nvSpPr>
            <p:spPr>
              <a:xfrm>
                <a:off x="4310639" y="2415278"/>
                <a:ext cx="24507" cy="24507"/>
              </a:xfrm>
              <a:custGeom>
                <a:avLst/>
                <a:gdLst/>
                <a:ahLst/>
                <a:cxnLst/>
                <a:rect l="l" t="t" r="r" b="b"/>
                <a:pathLst>
                  <a:path w="709" h="709" extrusionOk="0">
                    <a:moveTo>
                      <a:pt x="616" y="121"/>
                    </a:moveTo>
                    <a:lnTo>
                      <a:pt x="616" y="616"/>
                    </a:lnTo>
                    <a:lnTo>
                      <a:pt x="114" y="616"/>
                    </a:lnTo>
                    <a:lnTo>
                      <a:pt x="114" y="121"/>
                    </a:lnTo>
                    <a:close/>
                    <a:moveTo>
                      <a:pt x="1" y="1"/>
                    </a:moveTo>
                    <a:lnTo>
                      <a:pt x="1" y="708"/>
                    </a:lnTo>
                    <a:lnTo>
                      <a:pt x="708" y="708"/>
                    </a:lnTo>
                    <a:lnTo>
                      <a:pt x="70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Google Shape;2638;p71"/>
              <p:cNvSpPr/>
              <p:nvPr/>
            </p:nvSpPr>
            <p:spPr>
              <a:xfrm>
                <a:off x="4347314" y="2413342"/>
                <a:ext cx="46732" cy="26442"/>
              </a:xfrm>
              <a:custGeom>
                <a:avLst/>
                <a:gdLst/>
                <a:ahLst/>
                <a:cxnLst/>
                <a:rect l="l" t="t" r="r" b="b"/>
                <a:pathLst>
                  <a:path w="1352" h="765" extrusionOk="0">
                    <a:moveTo>
                      <a:pt x="708" y="142"/>
                    </a:moveTo>
                    <a:lnTo>
                      <a:pt x="1119" y="672"/>
                    </a:lnTo>
                    <a:lnTo>
                      <a:pt x="263" y="672"/>
                    </a:lnTo>
                    <a:lnTo>
                      <a:pt x="708" y="142"/>
                    </a:lnTo>
                    <a:close/>
                    <a:moveTo>
                      <a:pt x="708" y="0"/>
                    </a:moveTo>
                    <a:lnTo>
                      <a:pt x="1" y="764"/>
                    </a:lnTo>
                    <a:lnTo>
                      <a:pt x="1352" y="764"/>
                    </a:lnTo>
                    <a:lnTo>
                      <a:pt x="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Google Shape;2639;p71"/>
              <p:cNvSpPr/>
              <p:nvPr/>
            </p:nvSpPr>
            <p:spPr>
              <a:xfrm>
                <a:off x="4402343" y="2413342"/>
                <a:ext cx="2841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821" extrusionOk="0">
                    <a:moveTo>
                      <a:pt x="736" y="0"/>
                    </a:moveTo>
                    <a:lnTo>
                      <a:pt x="1" y="736"/>
                    </a:lnTo>
                    <a:lnTo>
                      <a:pt x="85" y="821"/>
                    </a:lnTo>
                    <a:lnTo>
                      <a:pt x="821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Google Shape;2640;p71"/>
              <p:cNvSpPr/>
              <p:nvPr/>
            </p:nvSpPr>
            <p:spPr>
              <a:xfrm>
                <a:off x="4417517" y="2413342"/>
                <a:ext cx="27652" cy="28378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21" extrusionOk="0">
                    <a:moveTo>
                      <a:pt x="736" y="0"/>
                    </a:moveTo>
                    <a:lnTo>
                      <a:pt x="0" y="736"/>
                    </a:lnTo>
                    <a:lnTo>
                      <a:pt x="57" y="821"/>
                    </a:lnTo>
                    <a:lnTo>
                      <a:pt x="800" y="57"/>
                    </a:lnTo>
                    <a:lnTo>
                      <a:pt x="7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Google Shape;2641;p71"/>
              <p:cNvSpPr/>
              <p:nvPr/>
            </p:nvSpPr>
            <p:spPr>
              <a:xfrm>
                <a:off x="4455160" y="2412098"/>
                <a:ext cx="8365" cy="27687"/>
              </a:xfrm>
              <a:custGeom>
                <a:avLst/>
                <a:gdLst/>
                <a:ahLst/>
                <a:cxnLst/>
                <a:rect l="l" t="t" r="r" b="b"/>
                <a:pathLst>
                  <a:path w="242" h="801" extrusionOk="0">
                    <a:moveTo>
                      <a:pt x="1" y="1"/>
                    </a:moveTo>
                    <a:lnTo>
                      <a:pt x="1" y="64"/>
                    </a:lnTo>
                    <a:lnTo>
                      <a:pt x="29" y="64"/>
                    </a:lnTo>
                    <a:cubicBezTo>
                      <a:pt x="64" y="64"/>
                      <a:pt x="93" y="93"/>
                      <a:pt x="93" y="121"/>
                    </a:cubicBezTo>
                    <a:lnTo>
                      <a:pt x="93" y="298"/>
                    </a:lnTo>
                    <a:cubicBezTo>
                      <a:pt x="93" y="355"/>
                      <a:pt x="93" y="390"/>
                      <a:pt x="121" y="390"/>
                    </a:cubicBezTo>
                    <a:cubicBezTo>
                      <a:pt x="93" y="390"/>
                      <a:pt x="93" y="418"/>
                      <a:pt x="93" y="475"/>
                    </a:cubicBezTo>
                    <a:lnTo>
                      <a:pt x="93" y="652"/>
                    </a:lnTo>
                    <a:cubicBezTo>
                      <a:pt x="93" y="680"/>
                      <a:pt x="64" y="708"/>
                      <a:pt x="29" y="708"/>
                    </a:cubicBezTo>
                    <a:lnTo>
                      <a:pt x="1" y="708"/>
                    </a:lnTo>
                    <a:lnTo>
                      <a:pt x="1" y="800"/>
                    </a:lnTo>
                    <a:lnTo>
                      <a:pt x="29" y="800"/>
                    </a:lnTo>
                    <a:cubicBezTo>
                      <a:pt x="121" y="800"/>
                      <a:pt x="177" y="744"/>
                      <a:pt x="177" y="652"/>
                    </a:cubicBezTo>
                    <a:lnTo>
                      <a:pt x="177" y="475"/>
                    </a:lnTo>
                    <a:cubicBezTo>
                      <a:pt x="177" y="446"/>
                      <a:pt x="177" y="418"/>
                      <a:pt x="206" y="418"/>
                    </a:cubicBezTo>
                    <a:lnTo>
                      <a:pt x="241" y="418"/>
                    </a:lnTo>
                    <a:lnTo>
                      <a:pt x="241" y="355"/>
                    </a:lnTo>
                    <a:lnTo>
                      <a:pt x="206" y="355"/>
                    </a:lnTo>
                    <a:cubicBezTo>
                      <a:pt x="177" y="355"/>
                      <a:pt x="177" y="326"/>
                      <a:pt x="177" y="298"/>
                    </a:cubicBezTo>
                    <a:lnTo>
                      <a:pt x="177" y="121"/>
                    </a:lnTo>
                    <a:cubicBezTo>
                      <a:pt x="177" y="36"/>
                      <a:pt x="121" y="1"/>
                      <a:pt x="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Google Shape;2642;p71"/>
              <p:cNvSpPr/>
              <p:nvPr/>
            </p:nvSpPr>
            <p:spPr>
              <a:xfrm>
                <a:off x="4472512" y="2411130"/>
                <a:ext cx="19356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60" h="885" extrusionOk="0">
                    <a:moveTo>
                      <a:pt x="270" y="121"/>
                    </a:moveTo>
                    <a:cubicBezTo>
                      <a:pt x="355" y="121"/>
                      <a:pt x="447" y="269"/>
                      <a:pt x="447" y="446"/>
                    </a:cubicBezTo>
                    <a:cubicBezTo>
                      <a:pt x="447" y="651"/>
                      <a:pt x="355" y="772"/>
                      <a:pt x="270" y="772"/>
                    </a:cubicBezTo>
                    <a:cubicBezTo>
                      <a:pt x="178" y="772"/>
                      <a:pt x="93" y="651"/>
                      <a:pt x="93" y="446"/>
                    </a:cubicBezTo>
                    <a:cubicBezTo>
                      <a:pt x="93" y="269"/>
                      <a:pt x="178" y="121"/>
                      <a:pt x="270" y="121"/>
                    </a:cubicBezTo>
                    <a:close/>
                    <a:moveTo>
                      <a:pt x="270" y="1"/>
                    </a:moveTo>
                    <a:cubicBezTo>
                      <a:pt x="121" y="1"/>
                      <a:pt x="1" y="206"/>
                      <a:pt x="1" y="446"/>
                    </a:cubicBezTo>
                    <a:cubicBezTo>
                      <a:pt x="1" y="708"/>
                      <a:pt x="121" y="885"/>
                      <a:pt x="270" y="885"/>
                    </a:cubicBezTo>
                    <a:cubicBezTo>
                      <a:pt x="447" y="885"/>
                      <a:pt x="560" y="708"/>
                      <a:pt x="560" y="446"/>
                    </a:cubicBezTo>
                    <a:cubicBezTo>
                      <a:pt x="560" y="206"/>
                      <a:pt x="447" y="1"/>
                      <a:pt x="27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Google Shape;2643;p71"/>
              <p:cNvSpPr/>
              <p:nvPr/>
            </p:nvSpPr>
            <p:spPr>
              <a:xfrm>
                <a:off x="4496016" y="2411130"/>
                <a:ext cx="19322" cy="30590"/>
              </a:xfrm>
              <a:custGeom>
                <a:avLst/>
                <a:gdLst/>
                <a:ahLst/>
                <a:cxnLst/>
                <a:rect l="l" t="t" r="r" b="b"/>
                <a:pathLst>
                  <a:path w="559" h="885" extrusionOk="0">
                    <a:moveTo>
                      <a:pt x="262" y="121"/>
                    </a:moveTo>
                    <a:cubicBezTo>
                      <a:pt x="354" y="121"/>
                      <a:pt x="439" y="269"/>
                      <a:pt x="439" y="446"/>
                    </a:cubicBezTo>
                    <a:cubicBezTo>
                      <a:pt x="439" y="651"/>
                      <a:pt x="354" y="772"/>
                      <a:pt x="262" y="772"/>
                    </a:cubicBezTo>
                    <a:cubicBezTo>
                      <a:pt x="205" y="772"/>
                      <a:pt x="85" y="651"/>
                      <a:pt x="85" y="446"/>
                    </a:cubicBezTo>
                    <a:cubicBezTo>
                      <a:pt x="85" y="269"/>
                      <a:pt x="205" y="121"/>
                      <a:pt x="262" y="121"/>
                    </a:cubicBezTo>
                    <a:close/>
                    <a:moveTo>
                      <a:pt x="262" y="1"/>
                    </a:moveTo>
                    <a:cubicBezTo>
                      <a:pt x="120" y="1"/>
                      <a:pt x="0" y="206"/>
                      <a:pt x="0" y="446"/>
                    </a:cubicBezTo>
                    <a:cubicBezTo>
                      <a:pt x="0" y="708"/>
                      <a:pt x="120" y="885"/>
                      <a:pt x="262" y="885"/>
                    </a:cubicBezTo>
                    <a:cubicBezTo>
                      <a:pt x="439" y="885"/>
                      <a:pt x="559" y="708"/>
                      <a:pt x="559" y="446"/>
                    </a:cubicBezTo>
                    <a:cubicBezTo>
                      <a:pt x="559" y="206"/>
                      <a:pt x="439" y="1"/>
                      <a:pt x="26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Google Shape;2644;p71"/>
              <p:cNvSpPr/>
              <p:nvPr/>
            </p:nvSpPr>
            <p:spPr>
              <a:xfrm>
                <a:off x="4113786" y="2557862"/>
                <a:ext cx="75594" cy="234524"/>
              </a:xfrm>
              <a:custGeom>
                <a:avLst/>
                <a:gdLst/>
                <a:ahLst/>
                <a:cxnLst/>
                <a:rect l="l" t="t" r="r" b="b"/>
                <a:pathLst>
                  <a:path w="2187" h="6785" extrusionOk="0">
                    <a:moveTo>
                      <a:pt x="1126" y="120"/>
                    </a:moveTo>
                    <a:cubicBezTo>
                      <a:pt x="1656" y="120"/>
                      <a:pt x="2067" y="531"/>
                      <a:pt x="2067" y="1061"/>
                    </a:cubicBezTo>
                    <a:lnTo>
                      <a:pt x="2067" y="5723"/>
                    </a:lnTo>
                    <a:cubicBezTo>
                      <a:pt x="2067" y="6254"/>
                      <a:pt x="1656" y="6664"/>
                      <a:pt x="1126" y="6664"/>
                    </a:cubicBezTo>
                    <a:lnTo>
                      <a:pt x="1062" y="6664"/>
                    </a:lnTo>
                    <a:cubicBezTo>
                      <a:pt x="567" y="6664"/>
                      <a:pt x="121" y="6254"/>
                      <a:pt x="121" y="5723"/>
                    </a:cubicBezTo>
                    <a:lnTo>
                      <a:pt x="121" y="1061"/>
                    </a:lnTo>
                    <a:cubicBezTo>
                      <a:pt x="121" y="531"/>
                      <a:pt x="567" y="120"/>
                      <a:pt x="1062" y="120"/>
                    </a:cubicBezTo>
                    <a:close/>
                    <a:moveTo>
                      <a:pt x="1062" y="0"/>
                    </a:moveTo>
                    <a:cubicBezTo>
                      <a:pt x="475" y="0"/>
                      <a:pt x="1" y="474"/>
                      <a:pt x="1" y="1061"/>
                    </a:cubicBezTo>
                    <a:lnTo>
                      <a:pt x="1" y="5723"/>
                    </a:lnTo>
                    <a:cubicBezTo>
                      <a:pt x="1" y="6310"/>
                      <a:pt x="475" y="6784"/>
                      <a:pt x="1062" y="6784"/>
                    </a:cubicBezTo>
                    <a:lnTo>
                      <a:pt x="1126" y="6784"/>
                    </a:lnTo>
                    <a:cubicBezTo>
                      <a:pt x="1713" y="6784"/>
                      <a:pt x="2187" y="6310"/>
                      <a:pt x="2187" y="5723"/>
                    </a:cubicBezTo>
                    <a:lnTo>
                      <a:pt x="2187" y="1061"/>
                    </a:lnTo>
                    <a:cubicBezTo>
                      <a:pt x="2187" y="474"/>
                      <a:pt x="1713" y="0"/>
                      <a:pt x="112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Google Shape;2645;p71"/>
              <p:cNvSpPr/>
              <p:nvPr/>
            </p:nvSpPr>
            <p:spPr>
              <a:xfrm>
                <a:off x="4258549" y="2313309"/>
                <a:ext cx="92703" cy="4217"/>
              </a:xfrm>
              <a:custGeom>
                <a:avLst/>
                <a:gdLst/>
                <a:ahLst/>
                <a:cxnLst/>
                <a:rect l="l" t="t" r="r" b="b"/>
                <a:pathLst>
                  <a:path w="2682" h="122" extrusionOk="0">
                    <a:moveTo>
                      <a:pt x="1" y="1"/>
                    </a:moveTo>
                    <a:lnTo>
                      <a:pt x="1" y="121"/>
                    </a:lnTo>
                    <a:lnTo>
                      <a:pt x="2682" y="121"/>
                    </a:lnTo>
                    <a:lnTo>
                      <a:pt x="268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Google Shape;2646;p71"/>
              <p:cNvSpPr/>
              <p:nvPr/>
            </p:nvSpPr>
            <p:spPr>
              <a:xfrm>
                <a:off x="4095466" y="2313309"/>
                <a:ext cx="137707" cy="6153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178" extrusionOk="0">
                    <a:moveTo>
                      <a:pt x="3983" y="1"/>
                    </a:moveTo>
                    <a:lnTo>
                      <a:pt x="0" y="64"/>
                    </a:lnTo>
                    <a:lnTo>
                      <a:pt x="0" y="178"/>
                    </a:lnTo>
                    <a:lnTo>
                      <a:pt x="3983" y="121"/>
                    </a:lnTo>
                    <a:lnTo>
                      <a:pt x="398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47" name="Google Shape;2647;p71"/>
            <p:cNvGrpSpPr/>
            <p:nvPr/>
          </p:nvGrpSpPr>
          <p:grpSpPr>
            <a:xfrm>
              <a:off x="3788953" y="1869154"/>
              <a:ext cx="2304469" cy="1767886"/>
              <a:chOff x="4687475" y="2211500"/>
              <a:chExt cx="547575" cy="420075"/>
            </a:xfrm>
          </p:grpSpPr>
          <p:sp>
            <p:nvSpPr>
              <p:cNvPr id="2648" name="Google Shape;2648;p71"/>
              <p:cNvSpPr/>
              <p:nvPr/>
            </p:nvSpPr>
            <p:spPr>
              <a:xfrm>
                <a:off x="4687475" y="2211500"/>
                <a:ext cx="547575" cy="420075"/>
              </a:xfrm>
              <a:custGeom>
                <a:avLst/>
                <a:gdLst/>
                <a:ahLst/>
                <a:cxnLst/>
                <a:rect l="l" t="t" r="r" b="b"/>
                <a:pathLst>
                  <a:path w="21903" h="16803" extrusionOk="0">
                    <a:moveTo>
                      <a:pt x="12239" y="1"/>
                    </a:moveTo>
                    <a:lnTo>
                      <a:pt x="8879" y="3276"/>
                    </a:lnTo>
                    <a:lnTo>
                      <a:pt x="0" y="3276"/>
                    </a:lnTo>
                    <a:lnTo>
                      <a:pt x="0" y="16802"/>
                    </a:lnTo>
                    <a:lnTo>
                      <a:pt x="18542" y="16802"/>
                    </a:lnTo>
                    <a:lnTo>
                      <a:pt x="21903" y="13209"/>
                    </a:lnTo>
                    <a:lnTo>
                      <a:pt x="1223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Google Shape;2649;p71"/>
              <p:cNvSpPr/>
              <p:nvPr/>
            </p:nvSpPr>
            <p:spPr>
              <a:xfrm>
                <a:off x="4910850" y="2289675"/>
                <a:ext cx="2527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110" h="13266" extrusionOk="0">
                    <a:moveTo>
                      <a:pt x="0" y="1"/>
                    </a:moveTo>
                    <a:lnTo>
                      <a:pt x="0" y="13265"/>
                    </a:lnTo>
                    <a:lnTo>
                      <a:pt x="10110" y="13265"/>
                    </a:lnTo>
                    <a:lnTo>
                      <a:pt x="10110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Google Shape;2650;p71"/>
              <p:cNvSpPr/>
              <p:nvPr/>
            </p:nvSpPr>
            <p:spPr>
              <a:xfrm>
                <a:off x="4938075" y="2261725"/>
                <a:ext cx="252050" cy="331650"/>
              </a:xfrm>
              <a:custGeom>
                <a:avLst/>
                <a:gdLst/>
                <a:ahLst/>
                <a:cxnLst/>
                <a:rect l="l" t="t" r="r" b="b"/>
                <a:pathLst>
                  <a:path w="10082" h="13266" extrusionOk="0">
                    <a:moveTo>
                      <a:pt x="1" y="1"/>
                    </a:moveTo>
                    <a:lnTo>
                      <a:pt x="1" y="13265"/>
                    </a:lnTo>
                    <a:lnTo>
                      <a:pt x="10082" y="13265"/>
                    </a:lnTo>
                    <a:lnTo>
                      <a:pt x="10082" y="13145"/>
                    </a:lnTo>
                    <a:lnTo>
                      <a:pt x="121" y="13145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Google Shape;2651;p71"/>
              <p:cNvSpPr/>
              <p:nvPr/>
            </p:nvSpPr>
            <p:spPr>
              <a:xfrm>
                <a:off x="4964600" y="2232900"/>
                <a:ext cx="252775" cy="332350"/>
              </a:xfrm>
              <a:custGeom>
                <a:avLst/>
                <a:gdLst/>
                <a:ahLst/>
                <a:cxnLst/>
                <a:rect l="l" t="t" r="r" b="b"/>
                <a:pathLst>
                  <a:path w="10111" h="13294" extrusionOk="0">
                    <a:moveTo>
                      <a:pt x="1" y="1"/>
                    </a:moveTo>
                    <a:lnTo>
                      <a:pt x="1" y="13294"/>
                    </a:lnTo>
                    <a:lnTo>
                      <a:pt x="10110" y="13294"/>
                    </a:lnTo>
                    <a:lnTo>
                      <a:pt x="10110" y="13180"/>
                    </a:lnTo>
                    <a:lnTo>
                      <a:pt x="121" y="13180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Google Shape;2652;p71"/>
              <p:cNvSpPr/>
              <p:nvPr/>
            </p:nvSpPr>
            <p:spPr>
              <a:xfrm>
                <a:off x="4993450" y="2211500"/>
                <a:ext cx="241600" cy="330225"/>
              </a:xfrm>
              <a:custGeom>
                <a:avLst/>
                <a:gdLst/>
                <a:ahLst/>
                <a:cxnLst/>
                <a:rect l="l" t="t" r="r" b="b"/>
                <a:pathLst>
                  <a:path w="9664" h="13209" extrusionOk="0">
                    <a:moveTo>
                      <a:pt x="0" y="1"/>
                    </a:moveTo>
                    <a:lnTo>
                      <a:pt x="0" y="13209"/>
                    </a:lnTo>
                    <a:lnTo>
                      <a:pt x="9664" y="13209"/>
                    </a:lnTo>
                    <a:lnTo>
                      <a:pt x="96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Google Shape;2653;p71"/>
              <p:cNvSpPr/>
              <p:nvPr/>
            </p:nvSpPr>
            <p:spPr>
              <a:xfrm>
                <a:off x="5011125" y="22852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77" y="1"/>
                    </a:moveTo>
                    <a:cubicBezTo>
                      <a:pt x="114" y="57"/>
                      <a:pt x="85" y="121"/>
                      <a:pt x="57" y="178"/>
                    </a:cubicBezTo>
                    <a:cubicBezTo>
                      <a:pt x="29" y="270"/>
                      <a:pt x="0" y="326"/>
                      <a:pt x="0" y="383"/>
                    </a:cubicBezTo>
                    <a:cubicBezTo>
                      <a:pt x="0" y="475"/>
                      <a:pt x="29" y="531"/>
                      <a:pt x="57" y="588"/>
                    </a:cubicBezTo>
                    <a:cubicBezTo>
                      <a:pt x="85" y="652"/>
                      <a:pt x="114" y="708"/>
                      <a:pt x="177" y="765"/>
                    </a:cubicBezTo>
                    <a:lnTo>
                      <a:pt x="206" y="765"/>
                    </a:lnTo>
                    <a:cubicBezTo>
                      <a:pt x="177" y="737"/>
                      <a:pt x="177" y="708"/>
                      <a:pt x="142" y="652"/>
                    </a:cubicBezTo>
                    <a:cubicBezTo>
                      <a:pt x="114" y="623"/>
                      <a:pt x="114" y="560"/>
                      <a:pt x="114" y="531"/>
                    </a:cubicBezTo>
                    <a:cubicBezTo>
                      <a:pt x="85" y="475"/>
                      <a:pt x="85" y="447"/>
                      <a:pt x="85" y="383"/>
                    </a:cubicBezTo>
                    <a:cubicBezTo>
                      <a:pt x="85" y="355"/>
                      <a:pt x="85" y="298"/>
                      <a:pt x="114" y="270"/>
                    </a:cubicBezTo>
                    <a:cubicBezTo>
                      <a:pt x="114" y="206"/>
                      <a:pt x="114" y="178"/>
                      <a:pt x="142" y="121"/>
                    </a:cubicBezTo>
                    <a:cubicBezTo>
                      <a:pt x="177" y="93"/>
                      <a:pt x="177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Google Shape;2654;p71"/>
              <p:cNvSpPr/>
              <p:nvPr/>
            </p:nvSpPr>
            <p:spPr>
              <a:xfrm>
                <a:off x="5019075" y="2285250"/>
                <a:ext cx="44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8" h="765" extrusionOk="0">
                    <a:moveTo>
                      <a:pt x="149" y="1"/>
                    </a:moveTo>
                    <a:cubicBezTo>
                      <a:pt x="93" y="57"/>
                      <a:pt x="65" y="121"/>
                      <a:pt x="36" y="178"/>
                    </a:cubicBezTo>
                    <a:cubicBezTo>
                      <a:pt x="1" y="270"/>
                      <a:pt x="1" y="326"/>
                      <a:pt x="1" y="383"/>
                    </a:cubicBezTo>
                    <a:cubicBezTo>
                      <a:pt x="1" y="475"/>
                      <a:pt x="1" y="531"/>
                      <a:pt x="36" y="588"/>
                    </a:cubicBezTo>
                    <a:cubicBezTo>
                      <a:pt x="65" y="652"/>
                      <a:pt x="93" y="708"/>
                      <a:pt x="149" y="765"/>
                    </a:cubicBezTo>
                    <a:lnTo>
                      <a:pt x="178" y="765"/>
                    </a:lnTo>
                    <a:cubicBezTo>
                      <a:pt x="178" y="737"/>
                      <a:pt x="149" y="708"/>
                      <a:pt x="121" y="652"/>
                    </a:cubicBezTo>
                    <a:cubicBezTo>
                      <a:pt x="121" y="623"/>
                      <a:pt x="93" y="560"/>
                      <a:pt x="93" y="531"/>
                    </a:cubicBezTo>
                    <a:cubicBezTo>
                      <a:pt x="65" y="475"/>
                      <a:pt x="65" y="447"/>
                      <a:pt x="65" y="383"/>
                    </a:cubicBezTo>
                    <a:cubicBezTo>
                      <a:pt x="65" y="355"/>
                      <a:pt x="65" y="298"/>
                      <a:pt x="93" y="270"/>
                    </a:cubicBezTo>
                    <a:cubicBezTo>
                      <a:pt x="93" y="206"/>
                      <a:pt x="121" y="178"/>
                      <a:pt x="121" y="121"/>
                    </a:cubicBezTo>
                    <a:cubicBezTo>
                      <a:pt x="149" y="93"/>
                      <a:pt x="178" y="29"/>
                      <a:pt x="17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Google Shape;2655;p71"/>
              <p:cNvSpPr/>
              <p:nvPr/>
            </p:nvSpPr>
            <p:spPr>
              <a:xfrm>
                <a:off x="5027225" y="2289675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Google Shape;2656;p71"/>
              <p:cNvSpPr/>
              <p:nvPr/>
            </p:nvSpPr>
            <p:spPr>
              <a:xfrm>
                <a:off x="5036775" y="2285975"/>
                <a:ext cx="97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623" extrusionOk="0">
                    <a:moveTo>
                      <a:pt x="269" y="92"/>
                    </a:moveTo>
                    <a:cubicBezTo>
                      <a:pt x="297" y="120"/>
                      <a:pt x="297" y="149"/>
                      <a:pt x="297" y="177"/>
                    </a:cubicBezTo>
                    <a:cubicBezTo>
                      <a:pt x="326" y="205"/>
                      <a:pt x="326" y="241"/>
                      <a:pt x="326" y="297"/>
                    </a:cubicBezTo>
                    <a:lnTo>
                      <a:pt x="326" y="326"/>
                    </a:lnTo>
                    <a:cubicBezTo>
                      <a:pt x="326" y="382"/>
                      <a:pt x="326" y="418"/>
                      <a:pt x="297" y="446"/>
                    </a:cubicBezTo>
                    <a:cubicBezTo>
                      <a:pt x="297" y="474"/>
                      <a:pt x="297" y="502"/>
                      <a:pt x="269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92" y="502"/>
                      <a:pt x="92" y="474"/>
                      <a:pt x="92" y="446"/>
                    </a:cubicBezTo>
                    <a:cubicBezTo>
                      <a:pt x="92" y="418"/>
                      <a:pt x="64" y="382"/>
                      <a:pt x="64" y="326"/>
                    </a:cubicBezTo>
                    <a:lnTo>
                      <a:pt x="64" y="297"/>
                    </a:lnTo>
                    <a:cubicBezTo>
                      <a:pt x="64" y="241"/>
                      <a:pt x="92" y="205"/>
                      <a:pt x="92" y="177"/>
                    </a:cubicBezTo>
                    <a:cubicBezTo>
                      <a:pt x="92" y="149"/>
                      <a:pt x="92" y="120"/>
                      <a:pt x="121" y="92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64" y="64"/>
                      <a:pt x="64" y="92"/>
                    </a:cubicBezTo>
                    <a:cubicBezTo>
                      <a:pt x="36" y="92"/>
                      <a:pt x="36" y="120"/>
                      <a:pt x="0" y="177"/>
                    </a:cubicBezTo>
                    <a:lnTo>
                      <a:pt x="0" y="326"/>
                    </a:lnTo>
                    <a:lnTo>
                      <a:pt x="0" y="474"/>
                    </a:lnTo>
                    <a:cubicBezTo>
                      <a:pt x="36" y="502"/>
                      <a:pt x="36" y="531"/>
                      <a:pt x="64" y="559"/>
                    </a:cubicBezTo>
                    <a:cubicBezTo>
                      <a:pt x="64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297" y="594"/>
                      <a:pt x="326" y="594"/>
                      <a:pt x="354" y="559"/>
                    </a:cubicBezTo>
                    <a:cubicBezTo>
                      <a:pt x="354" y="531"/>
                      <a:pt x="389" y="502"/>
                      <a:pt x="389" y="474"/>
                    </a:cubicBezTo>
                    <a:lnTo>
                      <a:pt x="389" y="326"/>
                    </a:lnTo>
                    <a:lnTo>
                      <a:pt x="389" y="177"/>
                    </a:lnTo>
                    <a:cubicBezTo>
                      <a:pt x="389" y="120"/>
                      <a:pt x="354" y="92"/>
                      <a:pt x="354" y="92"/>
                    </a:cubicBezTo>
                    <a:cubicBezTo>
                      <a:pt x="326" y="64"/>
                      <a:pt x="297" y="28"/>
                      <a:pt x="297" y="28"/>
                    </a:cubicBezTo>
                    <a:cubicBezTo>
                      <a:pt x="269" y="28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Google Shape;2657;p71"/>
              <p:cNvSpPr/>
              <p:nvPr/>
            </p:nvSpPr>
            <p:spPr>
              <a:xfrm>
                <a:off x="5048625" y="2285975"/>
                <a:ext cx="102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623" extrusionOk="0">
                    <a:moveTo>
                      <a:pt x="297" y="92"/>
                    </a:move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34" y="559"/>
                      <a:pt x="205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28"/>
                      <a:pt x="121" y="28"/>
                    </a:cubicBezTo>
                    <a:cubicBezTo>
                      <a:pt x="92" y="28"/>
                      <a:pt x="92" y="64"/>
                      <a:pt x="57" y="92"/>
                    </a:cubicBezTo>
                    <a:cubicBezTo>
                      <a:pt x="57" y="92"/>
                      <a:pt x="29" y="120"/>
                      <a:pt x="29" y="177"/>
                    </a:cubicBezTo>
                    <a:cubicBezTo>
                      <a:pt x="0" y="205"/>
                      <a:pt x="0" y="269"/>
                      <a:pt x="0" y="326"/>
                    </a:cubicBezTo>
                    <a:cubicBezTo>
                      <a:pt x="0" y="382"/>
                      <a:pt x="0" y="418"/>
                      <a:pt x="29" y="474"/>
                    </a:cubicBezTo>
                    <a:cubicBezTo>
                      <a:pt x="29" y="502"/>
                      <a:pt x="57" y="531"/>
                      <a:pt x="57" y="559"/>
                    </a:cubicBezTo>
                    <a:cubicBezTo>
                      <a:pt x="92" y="594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34" y="623"/>
                      <a:pt x="269" y="623"/>
                      <a:pt x="297" y="594"/>
                    </a:cubicBezTo>
                    <a:cubicBezTo>
                      <a:pt x="326" y="594"/>
                      <a:pt x="354" y="594"/>
                      <a:pt x="354" y="559"/>
                    </a:cubicBezTo>
                    <a:cubicBezTo>
                      <a:pt x="382" y="531"/>
                      <a:pt x="382" y="502"/>
                      <a:pt x="411" y="474"/>
                    </a:cubicBezTo>
                    <a:lnTo>
                      <a:pt x="411" y="326"/>
                    </a:lnTo>
                    <a:lnTo>
                      <a:pt x="411" y="177"/>
                    </a:lnTo>
                    <a:cubicBezTo>
                      <a:pt x="382" y="120"/>
                      <a:pt x="382" y="92"/>
                      <a:pt x="354" y="92"/>
                    </a:cubicBezTo>
                    <a:cubicBezTo>
                      <a:pt x="354" y="64"/>
                      <a:pt x="326" y="28"/>
                      <a:pt x="297" y="28"/>
                    </a:cubicBezTo>
                    <a:cubicBezTo>
                      <a:pt x="269" y="28"/>
                      <a:pt x="234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Google Shape;2658;p71"/>
              <p:cNvSpPr/>
              <p:nvPr/>
            </p:nvSpPr>
            <p:spPr>
              <a:xfrm>
                <a:off x="5065600" y="2294100"/>
                <a:ext cx="5150" cy="23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93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206" y="9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Google Shape;2659;p71"/>
              <p:cNvSpPr/>
              <p:nvPr/>
            </p:nvSpPr>
            <p:spPr>
              <a:xfrm>
                <a:off x="5077450" y="2292675"/>
                <a:ext cx="10275" cy="58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23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411" y="58"/>
                    </a:lnTo>
                    <a:lnTo>
                      <a:pt x="411" y="1"/>
                    </a:lnTo>
                    <a:close/>
                    <a:moveTo>
                      <a:pt x="0" y="178"/>
                    </a:moveTo>
                    <a:lnTo>
                      <a:pt x="0" y="234"/>
                    </a:lnTo>
                    <a:lnTo>
                      <a:pt x="411" y="234"/>
                    </a:lnTo>
                    <a:lnTo>
                      <a:pt x="411" y="17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Google Shape;2660;p71"/>
              <p:cNvSpPr/>
              <p:nvPr/>
            </p:nvSpPr>
            <p:spPr>
              <a:xfrm>
                <a:off x="5090700" y="229040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Google Shape;2661;p71"/>
              <p:cNvSpPr/>
              <p:nvPr/>
            </p:nvSpPr>
            <p:spPr>
              <a:xfrm>
                <a:off x="5103975" y="229040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4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69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Google Shape;2662;p71"/>
              <p:cNvSpPr/>
              <p:nvPr/>
            </p:nvSpPr>
            <p:spPr>
              <a:xfrm>
                <a:off x="5116350" y="2285250"/>
                <a:ext cx="60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2" h="765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64" y="57"/>
                    </a:lnTo>
                    <a:lnTo>
                      <a:pt x="93" y="93"/>
                    </a:lnTo>
                    <a:lnTo>
                      <a:pt x="93" y="121"/>
                    </a:lnTo>
                    <a:lnTo>
                      <a:pt x="93" y="298"/>
                    </a:lnTo>
                    <a:cubicBezTo>
                      <a:pt x="93" y="326"/>
                      <a:pt x="93" y="326"/>
                      <a:pt x="121" y="355"/>
                    </a:cubicBezTo>
                    <a:lnTo>
                      <a:pt x="149" y="383"/>
                    </a:lnTo>
                    <a:lnTo>
                      <a:pt x="178" y="383"/>
                    </a:lnTo>
                    <a:cubicBezTo>
                      <a:pt x="149" y="383"/>
                      <a:pt x="121" y="411"/>
                      <a:pt x="121" y="411"/>
                    </a:cubicBezTo>
                    <a:cubicBezTo>
                      <a:pt x="121" y="447"/>
                      <a:pt x="93" y="447"/>
                      <a:pt x="93" y="475"/>
                    </a:cubicBezTo>
                    <a:lnTo>
                      <a:pt x="93" y="680"/>
                    </a:lnTo>
                    <a:lnTo>
                      <a:pt x="93" y="708"/>
                    </a:lnTo>
                    <a:lnTo>
                      <a:pt x="1" y="708"/>
                    </a:lnTo>
                    <a:lnTo>
                      <a:pt x="1" y="765"/>
                    </a:lnTo>
                    <a:lnTo>
                      <a:pt x="64" y="765"/>
                    </a:lnTo>
                    <a:cubicBezTo>
                      <a:pt x="93" y="765"/>
                      <a:pt x="93" y="765"/>
                      <a:pt x="121" y="737"/>
                    </a:cubicBezTo>
                    <a:cubicBezTo>
                      <a:pt x="121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lnTo>
                      <a:pt x="178" y="447"/>
                    </a:lnTo>
                    <a:lnTo>
                      <a:pt x="213" y="447"/>
                    </a:lnTo>
                    <a:cubicBezTo>
                      <a:pt x="213" y="411"/>
                      <a:pt x="213" y="411"/>
                      <a:pt x="241" y="411"/>
                    </a:cubicBezTo>
                    <a:lnTo>
                      <a:pt x="241" y="355"/>
                    </a:lnTo>
                    <a:lnTo>
                      <a:pt x="213" y="355"/>
                    </a:lnTo>
                    <a:cubicBezTo>
                      <a:pt x="178" y="355"/>
                      <a:pt x="178" y="355"/>
                      <a:pt x="178" y="326"/>
                    </a:cubicBezTo>
                    <a:cubicBezTo>
                      <a:pt x="178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lnTo>
                      <a:pt x="121" y="29"/>
                    </a:lnTo>
                    <a:cubicBezTo>
                      <a:pt x="93" y="29"/>
                      <a:pt x="93" y="29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Google Shape;2663;p71"/>
              <p:cNvSpPr/>
              <p:nvPr/>
            </p:nvSpPr>
            <p:spPr>
              <a:xfrm>
                <a:off x="5128925" y="2285250"/>
                <a:ext cx="44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177" h="765" extrusionOk="0">
                    <a:moveTo>
                      <a:pt x="0" y="1"/>
                    </a:moveTo>
                    <a:cubicBezTo>
                      <a:pt x="0" y="57"/>
                      <a:pt x="28" y="93"/>
                      <a:pt x="64" y="121"/>
                    </a:cubicBezTo>
                    <a:cubicBezTo>
                      <a:pt x="64" y="178"/>
                      <a:pt x="92" y="206"/>
                      <a:pt x="92" y="270"/>
                    </a:cubicBezTo>
                    <a:cubicBezTo>
                      <a:pt x="120" y="298"/>
                      <a:pt x="120" y="355"/>
                      <a:pt x="120" y="383"/>
                    </a:cubicBezTo>
                    <a:cubicBezTo>
                      <a:pt x="120" y="447"/>
                      <a:pt x="120" y="475"/>
                      <a:pt x="92" y="531"/>
                    </a:cubicBezTo>
                    <a:cubicBezTo>
                      <a:pt x="92" y="560"/>
                      <a:pt x="64" y="623"/>
                      <a:pt x="64" y="652"/>
                    </a:cubicBezTo>
                    <a:cubicBezTo>
                      <a:pt x="28" y="708"/>
                      <a:pt x="0" y="737"/>
                      <a:pt x="0" y="765"/>
                    </a:cubicBezTo>
                    <a:lnTo>
                      <a:pt x="28" y="765"/>
                    </a:lnTo>
                    <a:cubicBezTo>
                      <a:pt x="92" y="708"/>
                      <a:pt x="120" y="652"/>
                      <a:pt x="149" y="588"/>
                    </a:cubicBezTo>
                    <a:cubicBezTo>
                      <a:pt x="177" y="531"/>
                      <a:pt x="177" y="475"/>
                      <a:pt x="177" y="383"/>
                    </a:cubicBezTo>
                    <a:cubicBezTo>
                      <a:pt x="177" y="326"/>
                      <a:pt x="177" y="270"/>
                      <a:pt x="149" y="178"/>
                    </a:cubicBezTo>
                    <a:cubicBezTo>
                      <a:pt x="120" y="121"/>
                      <a:pt x="92" y="57"/>
                      <a:pt x="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Google Shape;2664;p71"/>
              <p:cNvSpPr/>
              <p:nvPr/>
            </p:nvSpPr>
            <p:spPr>
              <a:xfrm>
                <a:off x="5028800" y="23162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29"/>
                      <a:pt x="86" y="57"/>
                    </a:cubicBezTo>
                    <a:cubicBezTo>
                      <a:pt x="58" y="57"/>
                      <a:pt x="58" y="93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cubicBezTo>
                      <a:pt x="58" y="326"/>
                      <a:pt x="29" y="326"/>
                      <a:pt x="29" y="355"/>
                    </a:cubicBez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lnTo>
                      <a:pt x="58" y="447"/>
                    </a:ln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680"/>
                      <a:pt x="86" y="708"/>
                    </a:cubicBezTo>
                    <a:cubicBezTo>
                      <a:pt x="86" y="708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52"/>
                    </a:lnTo>
                    <a:lnTo>
                      <a:pt x="114" y="475"/>
                    </a:lnTo>
                    <a:lnTo>
                      <a:pt x="114" y="411"/>
                    </a:lnTo>
                    <a:lnTo>
                      <a:pt x="86" y="383"/>
                    </a:lnTo>
                    <a:lnTo>
                      <a:pt x="29" y="383"/>
                    </a:ln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93"/>
                    </a:lnTo>
                    <a:lnTo>
                      <a:pt x="142" y="57"/>
                    </a:lnTo>
                    <a:lnTo>
                      <a:pt x="206" y="57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Google Shape;2665;p71"/>
              <p:cNvSpPr/>
              <p:nvPr/>
            </p:nvSpPr>
            <p:spPr>
              <a:xfrm>
                <a:off x="5041200" y="23162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7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7"/>
                      <a:pt x="0" y="531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588"/>
                      <a:pt x="92" y="560"/>
                      <a:pt x="92" y="503"/>
                    </a:cubicBezTo>
                    <a:cubicBezTo>
                      <a:pt x="92" y="475"/>
                      <a:pt x="64" y="411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49"/>
                      <a:pt x="120" y="121"/>
                    </a:cubicBezTo>
                    <a:cubicBezTo>
                      <a:pt x="149" y="57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Google Shape;2666;p71"/>
              <p:cNvSpPr/>
              <p:nvPr/>
            </p:nvSpPr>
            <p:spPr>
              <a:xfrm>
                <a:off x="5048625" y="2321350"/>
                <a:ext cx="95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8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41"/>
                    </a:lnTo>
                    <a:lnTo>
                      <a:pt x="382" y="417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64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Google Shape;2667;p71"/>
              <p:cNvSpPr/>
              <p:nvPr/>
            </p:nvSpPr>
            <p:spPr>
              <a:xfrm>
                <a:off x="5061875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8" y="0"/>
                    </a:moveTo>
                    <a:cubicBezTo>
                      <a:pt x="178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1" y="92"/>
                    </a:cubicBezTo>
                    <a:lnTo>
                      <a:pt x="1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1" y="531"/>
                    </a:lnTo>
                    <a:lnTo>
                      <a:pt x="1" y="594"/>
                    </a:lnTo>
                    <a:lnTo>
                      <a:pt x="355" y="594"/>
                    </a:lnTo>
                    <a:lnTo>
                      <a:pt x="355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Google Shape;2668;p71"/>
              <p:cNvSpPr/>
              <p:nvPr/>
            </p:nvSpPr>
            <p:spPr>
              <a:xfrm>
                <a:off x="5076550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64"/>
                    </a:moveTo>
                    <a:cubicBezTo>
                      <a:pt x="242" y="64"/>
                      <a:pt x="270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50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50" y="92"/>
                    </a:cubicBezTo>
                    <a:cubicBezTo>
                      <a:pt x="150" y="92"/>
                      <a:pt x="178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8"/>
                    </a:cubicBezTo>
                    <a:cubicBezTo>
                      <a:pt x="121" y="28"/>
                      <a:pt x="93" y="28"/>
                      <a:pt x="65" y="64"/>
                    </a:cubicBezTo>
                    <a:cubicBezTo>
                      <a:pt x="65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5" y="531"/>
                      <a:pt x="65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50" y="594"/>
                      <a:pt x="178" y="623"/>
                      <a:pt x="213" y="623"/>
                    </a:cubicBezTo>
                    <a:cubicBezTo>
                      <a:pt x="242" y="623"/>
                      <a:pt x="270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Google Shape;2669;p71"/>
              <p:cNvSpPr/>
              <p:nvPr/>
            </p:nvSpPr>
            <p:spPr>
              <a:xfrm>
                <a:off x="508912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64"/>
                    </a:moveTo>
                    <a:cubicBezTo>
                      <a:pt x="241" y="64"/>
                      <a:pt x="269" y="92"/>
                      <a:pt x="269" y="92"/>
                    </a:cubicBezTo>
                    <a:cubicBezTo>
                      <a:pt x="297" y="120"/>
                      <a:pt x="297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2"/>
                      <a:pt x="269" y="531"/>
                    </a:cubicBezTo>
                    <a:lnTo>
                      <a:pt x="121" y="531"/>
                    </a:lnTo>
                    <a:cubicBezTo>
                      <a:pt x="121" y="502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20"/>
                      <a:pt x="121" y="120"/>
                      <a:pt x="121" y="92"/>
                    </a:cubicBezTo>
                    <a:cubicBezTo>
                      <a:pt x="149" y="92"/>
                      <a:pt x="177" y="64"/>
                      <a:pt x="205" y="64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64" y="28"/>
                      <a:pt x="64" y="64"/>
                    </a:cubicBezTo>
                    <a:cubicBezTo>
                      <a:pt x="29" y="92"/>
                      <a:pt x="29" y="120"/>
                      <a:pt x="0" y="149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2"/>
                      <a:pt x="29" y="531"/>
                      <a:pt x="64" y="531"/>
                    </a:cubicBezTo>
                    <a:cubicBezTo>
                      <a:pt x="64" y="559"/>
                      <a:pt x="92" y="594"/>
                      <a:pt x="121" y="594"/>
                    </a:cubicBezTo>
                    <a:cubicBezTo>
                      <a:pt x="149" y="594"/>
                      <a:pt x="177" y="623"/>
                      <a:pt x="205" y="623"/>
                    </a:cubicBezTo>
                    <a:cubicBezTo>
                      <a:pt x="241" y="623"/>
                      <a:pt x="269" y="594"/>
                      <a:pt x="297" y="594"/>
                    </a:cubicBezTo>
                    <a:cubicBezTo>
                      <a:pt x="297" y="594"/>
                      <a:pt x="326" y="559"/>
                      <a:pt x="354" y="531"/>
                    </a:cubicBezTo>
                    <a:cubicBezTo>
                      <a:pt x="354" y="531"/>
                      <a:pt x="382" y="502"/>
                      <a:pt x="382" y="446"/>
                    </a:cubicBezTo>
                    <a:cubicBezTo>
                      <a:pt x="382" y="418"/>
                      <a:pt x="418" y="354"/>
                      <a:pt x="418" y="297"/>
                    </a:cubicBezTo>
                    <a:cubicBezTo>
                      <a:pt x="418" y="241"/>
                      <a:pt x="382" y="205"/>
                      <a:pt x="382" y="149"/>
                    </a:cubicBezTo>
                    <a:cubicBezTo>
                      <a:pt x="382" y="120"/>
                      <a:pt x="354" y="92"/>
                      <a:pt x="354" y="64"/>
                    </a:cubicBezTo>
                    <a:cubicBezTo>
                      <a:pt x="326" y="28"/>
                      <a:pt x="297" y="28"/>
                      <a:pt x="297" y="28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Google Shape;2670;p71"/>
              <p:cNvSpPr/>
              <p:nvPr/>
            </p:nvSpPr>
            <p:spPr>
              <a:xfrm>
                <a:off x="5106100" y="2316925"/>
                <a:ext cx="8875" cy="148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95" extrusionOk="0">
                    <a:moveTo>
                      <a:pt x="177" y="0"/>
                    </a:moveTo>
                    <a:cubicBezTo>
                      <a:pt x="177" y="28"/>
                      <a:pt x="149" y="28"/>
                      <a:pt x="121" y="64"/>
                    </a:cubicBezTo>
                    <a:lnTo>
                      <a:pt x="57" y="64"/>
                    </a:lnTo>
                    <a:cubicBezTo>
                      <a:pt x="29" y="92"/>
                      <a:pt x="29" y="92"/>
                      <a:pt x="0" y="92"/>
                    </a:cubicBezTo>
                    <a:lnTo>
                      <a:pt x="0" y="120"/>
                    </a:lnTo>
                    <a:lnTo>
                      <a:pt x="149" y="120"/>
                    </a:lnTo>
                    <a:lnTo>
                      <a:pt x="149" y="531"/>
                    </a:lnTo>
                    <a:lnTo>
                      <a:pt x="0" y="531"/>
                    </a:lnTo>
                    <a:lnTo>
                      <a:pt x="0" y="594"/>
                    </a:lnTo>
                    <a:lnTo>
                      <a:pt x="354" y="594"/>
                    </a:lnTo>
                    <a:lnTo>
                      <a:pt x="354" y="531"/>
                    </a:lnTo>
                    <a:lnTo>
                      <a:pt x="206" y="531"/>
                    </a:lnTo>
                    <a:lnTo>
                      <a:pt x="20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Google Shape;2671;p71"/>
              <p:cNvSpPr/>
              <p:nvPr/>
            </p:nvSpPr>
            <p:spPr>
              <a:xfrm>
                <a:off x="5120775" y="23169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64"/>
                    </a:moveTo>
                    <a:cubicBezTo>
                      <a:pt x="241" y="64"/>
                      <a:pt x="269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3" y="64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121" y="28"/>
                      <a:pt x="93" y="28"/>
                      <a:pt x="64" y="64"/>
                    </a:cubicBezTo>
                    <a:cubicBezTo>
                      <a:pt x="64" y="92"/>
                      <a:pt x="36" y="120"/>
                      <a:pt x="36" y="149"/>
                    </a:cubicBezTo>
                    <a:cubicBezTo>
                      <a:pt x="36" y="205"/>
                      <a:pt x="1" y="241"/>
                      <a:pt x="1" y="297"/>
                    </a:cubicBezTo>
                    <a:cubicBezTo>
                      <a:pt x="1" y="354"/>
                      <a:pt x="36" y="418"/>
                      <a:pt x="36" y="446"/>
                    </a:cubicBezTo>
                    <a:cubicBezTo>
                      <a:pt x="36" y="502"/>
                      <a:pt x="64" y="531"/>
                      <a:pt x="64" y="531"/>
                    </a:cubicBezTo>
                    <a:cubicBezTo>
                      <a:pt x="93" y="559"/>
                      <a:pt x="121" y="594"/>
                      <a:pt x="121" y="594"/>
                    </a:cubicBezTo>
                    <a:cubicBezTo>
                      <a:pt x="149" y="594"/>
                      <a:pt x="177" y="623"/>
                      <a:pt x="213" y="623"/>
                    </a:cubicBezTo>
                    <a:cubicBezTo>
                      <a:pt x="241" y="623"/>
                      <a:pt x="269" y="594"/>
                      <a:pt x="298" y="594"/>
                    </a:cubicBezTo>
                    <a:cubicBezTo>
                      <a:pt x="326" y="594"/>
                      <a:pt x="354" y="559"/>
                      <a:pt x="354" y="531"/>
                    </a:cubicBezTo>
                    <a:cubicBezTo>
                      <a:pt x="390" y="531"/>
                      <a:pt x="390" y="502"/>
                      <a:pt x="418" y="446"/>
                    </a:cubicBezTo>
                    <a:lnTo>
                      <a:pt x="418" y="297"/>
                    </a:lnTo>
                    <a:lnTo>
                      <a:pt x="418" y="149"/>
                    </a:lnTo>
                    <a:cubicBezTo>
                      <a:pt x="390" y="120"/>
                      <a:pt x="390" y="92"/>
                      <a:pt x="354" y="64"/>
                    </a:cubicBezTo>
                    <a:cubicBezTo>
                      <a:pt x="354" y="28"/>
                      <a:pt x="326" y="28"/>
                      <a:pt x="298" y="28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Google Shape;2672;p71"/>
              <p:cNvSpPr/>
              <p:nvPr/>
            </p:nvSpPr>
            <p:spPr>
              <a:xfrm>
                <a:off x="5133325" y="23169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64"/>
                    </a:moveTo>
                    <a:cubicBezTo>
                      <a:pt x="241" y="64"/>
                      <a:pt x="270" y="92"/>
                      <a:pt x="270" y="92"/>
                    </a:cubicBezTo>
                    <a:cubicBezTo>
                      <a:pt x="298" y="120"/>
                      <a:pt x="298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2"/>
                      <a:pt x="270" y="531"/>
                    </a:cubicBezTo>
                    <a:lnTo>
                      <a:pt x="121" y="531"/>
                    </a:lnTo>
                    <a:cubicBezTo>
                      <a:pt x="121" y="502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20"/>
                      <a:pt x="121" y="120"/>
                      <a:pt x="121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93" y="28"/>
                      <a:pt x="65" y="28"/>
                      <a:pt x="65" y="64"/>
                    </a:cubicBezTo>
                    <a:cubicBezTo>
                      <a:pt x="29" y="92"/>
                      <a:pt x="29" y="120"/>
                      <a:pt x="1" y="149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2"/>
                      <a:pt x="29" y="531"/>
                      <a:pt x="65" y="531"/>
                    </a:cubicBezTo>
                    <a:cubicBezTo>
                      <a:pt x="65" y="559"/>
                      <a:pt x="93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41" y="623"/>
                      <a:pt x="270" y="594"/>
                      <a:pt x="298" y="594"/>
                    </a:cubicBezTo>
                    <a:cubicBezTo>
                      <a:pt x="298" y="594"/>
                      <a:pt x="326" y="559"/>
                      <a:pt x="355" y="531"/>
                    </a:cubicBezTo>
                    <a:cubicBezTo>
                      <a:pt x="355" y="531"/>
                      <a:pt x="383" y="502"/>
                      <a:pt x="383" y="446"/>
                    </a:cubicBezTo>
                    <a:cubicBezTo>
                      <a:pt x="383" y="418"/>
                      <a:pt x="418" y="354"/>
                      <a:pt x="418" y="297"/>
                    </a:cubicBezTo>
                    <a:cubicBezTo>
                      <a:pt x="418" y="241"/>
                      <a:pt x="383" y="205"/>
                      <a:pt x="383" y="149"/>
                    </a:cubicBezTo>
                    <a:cubicBezTo>
                      <a:pt x="383" y="120"/>
                      <a:pt x="355" y="92"/>
                      <a:pt x="355" y="64"/>
                    </a:cubicBezTo>
                    <a:cubicBezTo>
                      <a:pt x="326" y="28"/>
                      <a:pt x="298" y="28"/>
                      <a:pt x="298" y="28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Google Shape;2673;p71"/>
              <p:cNvSpPr/>
              <p:nvPr/>
            </p:nvSpPr>
            <p:spPr>
              <a:xfrm>
                <a:off x="5145175" y="23169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64"/>
                    </a:moveTo>
                    <a:cubicBezTo>
                      <a:pt x="234" y="64"/>
                      <a:pt x="263" y="92"/>
                      <a:pt x="298" y="92"/>
                    </a:cubicBezTo>
                    <a:cubicBezTo>
                      <a:pt x="298" y="120"/>
                      <a:pt x="326" y="120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2"/>
                      <a:pt x="298" y="531"/>
                    </a:cubicBezTo>
                    <a:lnTo>
                      <a:pt x="149" y="531"/>
                    </a:lnTo>
                    <a:cubicBezTo>
                      <a:pt x="121" y="502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20"/>
                      <a:pt x="121" y="120"/>
                      <a:pt x="149" y="92"/>
                    </a:cubicBezTo>
                    <a:cubicBezTo>
                      <a:pt x="149" y="92"/>
                      <a:pt x="178" y="64"/>
                      <a:pt x="206" y="64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8"/>
                    </a:cubicBezTo>
                    <a:cubicBezTo>
                      <a:pt x="121" y="28"/>
                      <a:pt x="86" y="28"/>
                      <a:pt x="57" y="64"/>
                    </a:cubicBezTo>
                    <a:cubicBezTo>
                      <a:pt x="57" y="92"/>
                      <a:pt x="29" y="120"/>
                      <a:pt x="29" y="149"/>
                    </a:cubicBezTo>
                    <a:cubicBezTo>
                      <a:pt x="29" y="205"/>
                      <a:pt x="1" y="241"/>
                      <a:pt x="1" y="297"/>
                    </a:cubicBezTo>
                    <a:cubicBezTo>
                      <a:pt x="1" y="354"/>
                      <a:pt x="29" y="418"/>
                      <a:pt x="29" y="446"/>
                    </a:cubicBezTo>
                    <a:cubicBezTo>
                      <a:pt x="29" y="502"/>
                      <a:pt x="57" y="531"/>
                      <a:pt x="57" y="531"/>
                    </a:cubicBezTo>
                    <a:cubicBezTo>
                      <a:pt x="86" y="559"/>
                      <a:pt x="121" y="594"/>
                      <a:pt x="121" y="594"/>
                    </a:cubicBezTo>
                    <a:cubicBezTo>
                      <a:pt x="149" y="594"/>
                      <a:pt x="178" y="623"/>
                      <a:pt x="206" y="623"/>
                    </a:cubicBezTo>
                    <a:cubicBezTo>
                      <a:pt x="234" y="623"/>
                      <a:pt x="263" y="594"/>
                      <a:pt x="298" y="594"/>
                    </a:cubicBezTo>
                    <a:cubicBezTo>
                      <a:pt x="326" y="594"/>
                      <a:pt x="355" y="559"/>
                      <a:pt x="355" y="531"/>
                    </a:cubicBezTo>
                    <a:cubicBezTo>
                      <a:pt x="383" y="531"/>
                      <a:pt x="383" y="502"/>
                      <a:pt x="411" y="446"/>
                    </a:cubicBezTo>
                    <a:lnTo>
                      <a:pt x="411" y="297"/>
                    </a:lnTo>
                    <a:lnTo>
                      <a:pt x="411" y="149"/>
                    </a:lnTo>
                    <a:cubicBezTo>
                      <a:pt x="383" y="120"/>
                      <a:pt x="383" y="92"/>
                      <a:pt x="355" y="64"/>
                    </a:cubicBezTo>
                    <a:cubicBezTo>
                      <a:pt x="355" y="28"/>
                      <a:pt x="326" y="28"/>
                      <a:pt x="298" y="28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Google Shape;2674;p71"/>
              <p:cNvSpPr/>
              <p:nvPr/>
            </p:nvSpPr>
            <p:spPr>
              <a:xfrm>
                <a:off x="5162875" y="2321350"/>
                <a:ext cx="10275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8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Google Shape;2675;p71"/>
              <p:cNvSpPr/>
              <p:nvPr/>
            </p:nvSpPr>
            <p:spPr>
              <a:xfrm>
                <a:off x="5176125" y="2321350"/>
                <a:ext cx="10300" cy="10450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8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7"/>
                    </a:lnTo>
                    <a:lnTo>
                      <a:pt x="411" y="241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Google Shape;2676;p71"/>
              <p:cNvSpPr/>
              <p:nvPr/>
            </p:nvSpPr>
            <p:spPr>
              <a:xfrm>
                <a:off x="5188700" y="23162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93"/>
                      <a:pt x="57" y="121"/>
                    </a:cubicBezTo>
                    <a:cubicBezTo>
                      <a:pt x="85" y="149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1"/>
                      <a:pt x="205" y="447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Google Shape;2677;p71"/>
              <p:cNvSpPr/>
              <p:nvPr/>
            </p:nvSpPr>
            <p:spPr>
              <a:xfrm>
                <a:off x="5195950" y="23162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7"/>
                    </a:lnTo>
                    <a:lnTo>
                      <a:pt x="64" y="57"/>
                    </a:lnTo>
                    <a:lnTo>
                      <a:pt x="92" y="93"/>
                    </a:lnTo>
                    <a:lnTo>
                      <a:pt x="92" y="298"/>
                    </a:lnTo>
                    <a:lnTo>
                      <a:pt x="92" y="326"/>
                    </a:lnTo>
                    <a:lnTo>
                      <a:pt x="120" y="355"/>
                    </a:lnTo>
                    <a:cubicBezTo>
                      <a:pt x="149" y="383"/>
                      <a:pt x="149" y="383"/>
                      <a:pt x="177" y="383"/>
                    </a:cubicBez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11"/>
                      <a:pt x="92" y="447"/>
                      <a:pt x="92" y="475"/>
                    </a:cubicBezTo>
                    <a:lnTo>
                      <a:pt x="92" y="652"/>
                    </a:lnTo>
                    <a:cubicBezTo>
                      <a:pt x="92" y="680"/>
                      <a:pt x="92" y="680"/>
                      <a:pt x="64" y="708"/>
                    </a:cubicBez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lnTo>
                      <a:pt x="149" y="708"/>
                    </a:ln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47"/>
                      <a:pt x="149" y="447"/>
                      <a:pt x="177" y="447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298"/>
                      <a:pt x="149" y="298"/>
                    </a:cubicBezTo>
                    <a:lnTo>
                      <a:pt x="149" y="121"/>
                    </a:lnTo>
                    <a:lnTo>
                      <a:pt x="149" y="57"/>
                    </a:lnTo>
                    <a:cubicBezTo>
                      <a:pt x="149" y="29"/>
                      <a:pt x="120" y="29"/>
                      <a:pt x="120" y="29"/>
                    </a:cubicBez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Google Shape;2678;p71"/>
              <p:cNvSpPr/>
              <p:nvPr/>
            </p:nvSpPr>
            <p:spPr>
              <a:xfrm>
                <a:off x="5028800" y="2461400"/>
                <a:ext cx="517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7" h="765" extrusionOk="0">
                    <a:moveTo>
                      <a:pt x="142" y="1"/>
                    </a:moveTo>
                    <a:lnTo>
                      <a:pt x="114" y="29"/>
                    </a:lnTo>
                    <a:cubicBezTo>
                      <a:pt x="86" y="29"/>
                      <a:pt x="86" y="58"/>
                      <a:pt x="86" y="58"/>
                    </a:cubicBezTo>
                    <a:cubicBezTo>
                      <a:pt x="58" y="86"/>
                      <a:pt x="58" y="86"/>
                      <a:pt x="58" y="121"/>
                    </a:cubicBezTo>
                    <a:lnTo>
                      <a:pt x="58" y="298"/>
                    </a:lnTo>
                    <a:lnTo>
                      <a:pt x="58" y="326"/>
                    </a:lnTo>
                    <a:lnTo>
                      <a:pt x="29" y="355"/>
                    </a:lnTo>
                    <a:lnTo>
                      <a:pt x="1" y="355"/>
                    </a:lnTo>
                    <a:lnTo>
                      <a:pt x="1" y="411"/>
                    </a:lnTo>
                    <a:lnTo>
                      <a:pt x="29" y="411"/>
                    </a:lnTo>
                    <a:cubicBezTo>
                      <a:pt x="29" y="440"/>
                      <a:pt x="58" y="440"/>
                      <a:pt x="58" y="440"/>
                    </a:cubicBezTo>
                    <a:lnTo>
                      <a:pt x="58" y="475"/>
                    </a:lnTo>
                    <a:lnTo>
                      <a:pt x="58" y="652"/>
                    </a:lnTo>
                    <a:cubicBezTo>
                      <a:pt x="58" y="680"/>
                      <a:pt x="58" y="708"/>
                      <a:pt x="86" y="708"/>
                    </a:cubicBezTo>
                    <a:cubicBezTo>
                      <a:pt x="86" y="737"/>
                      <a:pt x="86" y="737"/>
                      <a:pt x="114" y="737"/>
                    </a:cubicBezTo>
                    <a:lnTo>
                      <a:pt x="142" y="765"/>
                    </a:lnTo>
                    <a:lnTo>
                      <a:pt x="206" y="765"/>
                    </a:lnTo>
                    <a:lnTo>
                      <a:pt x="206" y="708"/>
                    </a:lnTo>
                    <a:lnTo>
                      <a:pt x="142" y="708"/>
                    </a:lnTo>
                    <a:lnTo>
                      <a:pt x="142" y="680"/>
                    </a:lnTo>
                    <a:lnTo>
                      <a:pt x="114" y="475"/>
                    </a:lnTo>
                    <a:lnTo>
                      <a:pt x="114" y="440"/>
                    </a:lnTo>
                    <a:cubicBezTo>
                      <a:pt x="114" y="411"/>
                      <a:pt x="114" y="411"/>
                      <a:pt x="86" y="411"/>
                    </a:cubicBezTo>
                    <a:cubicBezTo>
                      <a:pt x="86" y="383"/>
                      <a:pt x="58" y="383"/>
                      <a:pt x="29" y="383"/>
                    </a:cubicBezTo>
                    <a:cubicBezTo>
                      <a:pt x="86" y="383"/>
                      <a:pt x="86" y="383"/>
                      <a:pt x="114" y="355"/>
                    </a:cubicBezTo>
                    <a:lnTo>
                      <a:pt x="114" y="298"/>
                    </a:lnTo>
                    <a:lnTo>
                      <a:pt x="142" y="121"/>
                    </a:lnTo>
                    <a:lnTo>
                      <a:pt x="142" y="58"/>
                    </a:lnTo>
                    <a:lnTo>
                      <a:pt x="206" y="58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Google Shape;2679;p71"/>
              <p:cNvSpPr/>
              <p:nvPr/>
            </p:nvSpPr>
            <p:spPr>
              <a:xfrm>
                <a:off x="5041200" y="2461400"/>
                <a:ext cx="53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3" h="765" extrusionOk="0">
                    <a:moveTo>
                      <a:pt x="149" y="1"/>
                    </a:moveTo>
                    <a:cubicBezTo>
                      <a:pt x="92" y="58"/>
                      <a:pt x="64" y="121"/>
                      <a:pt x="35" y="178"/>
                    </a:cubicBezTo>
                    <a:cubicBezTo>
                      <a:pt x="0" y="234"/>
                      <a:pt x="0" y="326"/>
                      <a:pt x="0" y="383"/>
                    </a:cubicBezTo>
                    <a:cubicBezTo>
                      <a:pt x="0" y="440"/>
                      <a:pt x="0" y="532"/>
                      <a:pt x="35" y="588"/>
                    </a:cubicBezTo>
                    <a:cubicBezTo>
                      <a:pt x="64" y="652"/>
                      <a:pt x="92" y="708"/>
                      <a:pt x="149" y="765"/>
                    </a:cubicBezTo>
                    <a:lnTo>
                      <a:pt x="212" y="765"/>
                    </a:lnTo>
                    <a:cubicBezTo>
                      <a:pt x="177" y="737"/>
                      <a:pt x="149" y="680"/>
                      <a:pt x="120" y="652"/>
                    </a:cubicBezTo>
                    <a:cubicBezTo>
                      <a:pt x="120" y="616"/>
                      <a:pt x="92" y="560"/>
                      <a:pt x="92" y="532"/>
                    </a:cubicBezTo>
                    <a:cubicBezTo>
                      <a:pt x="92" y="475"/>
                      <a:pt x="64" y="440"/>
                      <a:pt x="64" y="383"/>
                    </a:cubicBezTo>
                    <a:cubicBezTo>
                      <a:pt x="64" y="326"/>
                      <a:pt x="92" y="298"/>
                      <a:pt x="92" y="234"/>
                    </a:cubicBezTo>
                    <a:cubicBezTo>
                      <a:pt x="92" y="206"/>
                      <a:pt x="120" y="150"/>
                      <a:pt x="120" y="121"/>
                    </a:cubicBezTo>
                    <a:cubicBezTo>
                      <a:pt x="149" y="86"/>
                      <a:pt x="177" y="29"/>
                      <a:pt x="2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Google Shape;2680;p71"/>
              <p:cNvSpPr/>
              <p:nvPr/>
            </p:nvSpPr>
            <p:spPr>
              <a:xfrm>
                <a:off x="5048625" y="24665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2" y="0"/>
                    </a:moveTo>
                    <a:lnTo>
                      <a:pt x="0" y="177"/>
                    </a:lnTo>
                    <a:lnTo>
                      <a:pt x="0" y="234"/>
                    </a:lnTo>
                    <a:lnTo>
                      <a:pt x="382" y="410"/>
                    </a:lnTo>
                    <a:lnTo>
                      <a:pt x="382" y="354"/>
                    </a:lnTo>
                    <a:lnTo>
                      <a:pt x="57" y="205"/>
                    </a:lnTo>
                    <a:lnTo>
                      <a:pt x="382" y="57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Google Shape;2681;p71"/>
              <p:cNvSpPr/>
              <p:nvPr/>
            </p:nvSpPr>
            <p:spPr>
              <a:xfrm>
                <a:off x="5061875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8" y="1"/>
                    </a:moveTo>
                    <a:cubicBezTo>
                      <a:pt x="178" y="1"/>
                      <a:pt x="149" y="29"/>
                      <a:pt x="121" y="29"/>
                    </a:cubicBezTo>
                    <a:cubicBezTo>
                      <a:pt x="121" y="29"/>
                      <a:pt x="93" y="29"/>
                      <a:pt x="57" y="64"/>
                    </a:cubicBezTo>
                    <a:lnTo>
                      <a:pt x="1" y="64"/>
                    </a:lnTo>
                    <a:lnTo>
                      <a:pt x="1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1" y="503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Google Shape;2682;p71"/>
              <p:cNvSpPr/>
              <p:nvPr/>
            </p:nvSpPr>
            <p:spPr>
              <a:xfrm>
                <a:off x="5076550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13" y="57"/>
                    </a:moveTo>
                    <a:cubicBezTo>
                      <a:pt x="242" y="57"/>
                      <a:pt x="270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70" y="531"/>
                      <a:pt x="242" y="559"/>
                      <a:pt x="213" y="559"/>
                    </a:cubicBezTo>
                    <a:cubicBezTo>
                      <a:pt x="178" y="559"/>
                      <a:pt x="150" y="531"/>
                      <a:pt x="150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50" y="92"/>
                    </a:cubicBezTo>
                    <a:cubicBezTo>
                      <a:pt x="150" y="92"/>
                      <a:pt x="178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8" y="0"/>
                      <a:pt x="150" y="0"/>
                      <a:pt x="121" y="29"/>
                    </a:cubicBezTo>
                    <a:cubicBezTo>
                      <a:pt x="121" y="29"/>
                      <a:pt x="93" y="57"/>
                      <a:pt x="65" y="57"/>
                    </a:cubicBezTo>
                    <a:cubicBezTo>
                      <a:pt x="65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5" y="531"/>
                      <a:pt x="65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50" y="623"/>
                      <a:pt x="178" y="623"/>
                      <a:pt x="213" y="623"/>
                    </a:cubicBezTo>
                    <a:cubicBezTo>
                      <a:pt x="242" y="623"/>
                      <a:pt x="270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70" y="0"/>
                      <a:pt x="242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Google Shape;2683;p71"/>
              <p:cNvSpPr/>
              <p:nvPr/>
            </p:nvSpPr>
            <p:spPr>
              <a:xfrm>
                <a:off x="508912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05" y="57"/>
                    </a:moveTo>
                    <a:cubicBezTo>
                      <a:pt x="241" y="57"/>
                      <a:pt x="269" y="92"/>
                      <a:pt x="269" y="92"/>
                    </a:cubicBezTo>
                    <a:cubicBezTo>
                      <a:pt x="297" y="121"/>
                      <a:pt x="297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7" y="474"/>
                      <a:pt x="297" y="503"/>
                      <a:pt x="269" y="531"/>
                    </a:cubicBezTo>
                    <a:cubicBezTo>
                      <a:pt x="269" y="531"/>
                      <a:pt x="241" y="559"/>
                      <a:pt x="205" y="559"/>
                    </a:cubicBezTo>
                    <a:cubicBezTo>
                      <a:pt x="177" y="559"/>
                      <a:pt x="149" y="531"/>
                      <a:pt x="121" y="531"/>
                    </a:cubicBezTo>
                    <a:cubicBezTo>
                      <a:pt x="121" y="503"/>
                      <a:pt x="92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92" y="149"/>
                      <a:pt x="121" y="121"/>
                      <a:pt x="121" y="92"/>
                    </a:cubicBezTo>
                    <a:cubicBezTo>
                      <a:pt x="149" y="92"/>
                      <a:pt x="177" y="57"/>
                      <a:pt x="205" y="57"/>
                    </a:cubicBezTo>
                    <a:close/>
                    <a:moveTo>
                      <a:pt x="205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92" y="29"/>
                      <a:pt x="64" y="57"/>
                      <a:pt x="64" y="57"/>
                    </a:cubicBezTo>
                    <a:cubicBezTo>
                      <a:pt x="29" y="92"/>
                      <a:pt x="29" y="121"/>
                      <a:pt x="0" y="177"/>
                    </a:cubicBezTo>
                    <a:lnTo>
                      <a:pt x="0" y="297"/>
                    </a:lnTo>
                    <a:lnTo>
                      <a:pt x="0" y="446"/>
                    </a:lnTo>
                    <a:cubicBezTo>
                      <a:pt x="29" y="503"/>
                      <a:pt x="29" y="531"/>
                      <a:pt x="64" y="559"/>
                    </a:cubicBezTo>
                    <a:cubicBezTo>
                      <a:pt x="64" y="559"/>
                      <a:pt x="92" y="587"/>
                      <a:pt x="121" y="587"/>
                    </a:cubicBezTo>
                    <a:cubicBezTo>
                      <a:pt x="149" y="623"/>
                      <a:pt x="177" y="623"/>
                      <a:pt x="205" y="623"/>
                    </a:cubicBezTo>
                    <a:cubicBezTo>
                      <a:pt x="241" y="623"/>
                      <a:pt x="269" y="623"/>
                      <a:pt x="297" y="587"/>
                    </a:cubicBezTo>
                    <a:cubicBezTo>
                      <a:pt x="297" y="587"/>
                      <a:pt x="326" y="559"/>
                      <a:pt x="354" y="559"/>
                    </a:cubicBezTo>
                    <a:cubicBezTo>
                      <a:pt x="354" y="531"/>
                      <a:pt x="382" y="503"/>
                      <a:pt x="382" y="446"/>
                    </a:cubicBezTo>
                    <a:cubicBezTo>
                      <a:pt x="382" y="411"/>
                      <a:pt x="418" y="354"/>
                      <a:pt x="418" y="297"/>
                    </a:cubicBezTo>
                    <a:cubicBezTo>
                      <a:pt x="418" y="234"/>
                      <a:pt x="382" y="205"/>
                      <a:pt x="382" y="177"/>
                    </a:cubicBezTo>
                    <a:cubicBezTo>
                      <a:pt x="382" y="121"/>
                      <a:pt x="354" y="92"/>
                      <a:pt x="354" y="57"/>
                    </a:cubicBezTo>
                    <a:cubicBezTo>
                      <a:pt x="326" y="57"/>
                      <a:pt x="297" y="29"/>
                      <a:pt x="297" y="29"/>
                    </a:cubicBezTo>
                    <a:cubicBezTo>
                      <a:pt x="269" y="0"/>
                      <a:pt x="241" y="0"/>
                      <a:pt x="2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Google Shape;2684;p71"/>
              <p:cNvSpPr/>
              <p:nvPr/>
            </p:nvSpPr>
            <p:spPr>
              <a:xfrm>
                <a:off x="5106100" y="2462825"/>
                <a:ext cx="8875" cy="140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60" extrusionOk="0">
                    <a:moveTo>
                      <a:pt x="177" y="1"/>
                    </a:moveTo>
                    <a:cubicBezTo>
                      <a:pt x="177" y="1"/>
                      <a:pt x="149" y="29"/>
                      <a:pt x="121" y="29"/>
                    </a:cubicBezTo>
                    <a:cubicBezTo>
                      <a:pt x="121" y="29"/>
                      <a:pt x="92" y="29"/>
                      <a:pt x="57" y="64"/>
                    </a:cubicBezTo>
                    <a:lnTo>
                      <a:pt x="0" y="64"/>
                    </a:lnTo>
                    <a:lnTo>
                      <a:pt x="0" y="121"/>
                    </a:lnTo>
                    <a:lnTo>
                      <a:pt x="149" y="121"/>
                    </a:lnTo>
                    <a:lnTo>
                      <a:pt x="149" y="503"/>
                    </a:lnTo>
                    <a:lnTo>
                      <a:pt x="0" y="503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3"/>
                    </a:lnTo>
                    <a:lnTo>
                      <a:pt x="206" y="503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Google Shape;2685;p71"/>
              <p:cNvSpPr/>
              <p:nvPr/>
            </p:nvSpPr>
            <p:spPr>
              <a:xfrm>
                <a:off x="5120775" y="2462125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3" y="57"/>
                    </a:moveTo>
                    <a:cubicBezTo>
                      <a:pt x="241" y="57"/>
                      <a:pt x="269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9" y="531"/>
                      <a:pt x="241" y="559"/>
                      <a:pt x="213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7" y="57"/>
                      <a:pt x="213" y="57"/>
                    </a:cubicBezTo>
                    <a:close/>
                    <a:moveTo>
                      <a:pt x="213" y="0"/>
                    </a:moveTo>
                    <a:cubicBezTo>
                      <a:pt x="177" y="0"/>
                      <a:pt x="149" y="0"/>
                      <a:pt x="121" y="29"/>
                    </a:cubicBezTo>
                    <a:cubicBezTo>
                      <a:pt x="121" y="29"/>
                      <a:pt x="93" y="57"/>
                      <a:pt x="64" y="57"/>
                    </a:cubicBezTo>
                    <a:cubicBezTo>
                      <a:pt x="64" y="92"/>
                      <a:pt x="36" y="121"/>
                      <a:pt x="36" y="177"/>
                    </a:cubicBezTo>
                    <a:cubicBezTo>
                      <a:pt x="36" y="205"/>
                      <a:pt x="1" y="234"/>
                      <a:pt x="1" y="297"/>
                    </a:cubicBezTo>
                    <a:cubicBezTo>
                      <a:pt x="1" y="354"/>
                      <a:pt x="36" y="411"/>
                      <a:pt x="36" y="446"/>
                    </a:cubicBezTo>
                    <a:cubicBezTo>
                      <a:pt x="36" y="503"/>
                      <a:pt x="64" y="531"/>
                      <a:pt x="64" y="559"/>
                    </a:cubicBezTo>
                    <a:cubicBezTo>
                      <a:pt x="93" y="559"/>
                      <a:pt x="121" y="587"/>
                      <a:pt x="121" y="587"/>
                    </a:cubicBezTo>
                    <a:cubicBezTo>
                      <a:pt x="149" y="623"/>
                      <a:pt x="177" y="623"/>
                      <a:pt x="213" y="623"/>
                    </a:cubicBezTo>
                    <a:cubicBezTo>
                      <a:pt x="241" y="623"/>
                      <a:pt x="269" y="623"/>
                      <a:pt x="298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90" y="531"/>
                      <a:pt x="390" y="503"/>
                      <a:pt x="418" y="446"/>
                    </a:cubicBezTo>
                    <a:lnTo>
                      <a:pt x="418" y="297"/>
                    </a:lnTo>
                    <a:lnTo>
                      <a:pt x="418" y="177"/>
                    </a:lnTo>
                    <a:cubicBezTo>
                      <a:pt x="390" y="121"/>
                      <a:pt x="390" y="92"/>
                      <a:pt x="354" y="57"/>
                    </a:cubicBezTo>
                    <a:cubicBezTo>
                      <a:pt x="354" y="57"/>
                      <a:pt x="326" y="29"/>
                      <a:pt x="298" y="29"/>
                    </a:cubicBezTo>
                    <a:cubicBezTo>
                      <a:pt x="269" y="0"/>
                      <a:pt x="241" y="0"/>
                      <a:pt x="2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Google Shape;2686;p71"/>
              <p:cNvSpPr/>
              <p:nvPr/>
            </p:nvSpPr>
            <p:spPr>
              <a:xfrm>
                <a:off x="5133325" y="2462125"/>
                <a:ext cx="10475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23" extrusionOk="0">
                    <a:moveTo>
                      <a:pt x="206" y="57"/>
                    </a:moveTo>
                    <a:cubicBezTo>
                      <a:pt x="241" y="57"/>
                      <a:pt x="270" y="92"/>
                      <a:pt x="270" y="92"/>
                    </a:cubicBezTo>
                    <a:cubicBezTo>
                      <a:pt x="298" y="121"/>
                      <a:pt x="298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298" y="474"/>
                      <a:pt x="298" y="503"/>
                      <a:pt x="270" y="531"/>
                    </a:cubicBezTo>
                    <a:cubicBezTo>
                      <a:pt x="270" y="531"/>
                      <a:pt x="241" y="559"/>
                      <a:pt x="206" y="559"/>
                    </a:cubicBezTo>
                    <a:cubicBezTo>
                      <a:pt x="178" y="559"/>
                      <a:pt x="149" y="531"/>
                      <a:pt x="121" y="531"/>
                    </a:cubicBezTo>
                    <a:cubicBezTo>
                      <a:pt x="121" y="503"/>
                      <a:pt x="93" y="474"/>
                      <a:pt x="93" y="446"/>
                    </a:cubicBezTo>
                    <a:lnTo>
                      <a:pt x="93" y="326"/>
                    </a:lnTo>
                    <a:lnTo>
                      <a:pt x="93" y="297"/>
                    </a:lnTo>
                    <a:lnTo>
                      <a:pt x="93" y="177"/>
                    </a:lnTo>
                    <a:cubicBezTo>
                      <a:pt x="93" y="149"/>
                      <a:pt x="121" y="121"/>
                      <a:pt x="121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29" y="92"/>
                      <a:pt x="29" y="121"/>
                      <a:pt x="1" y="177"/>
                    </a:cubicBezTo>
                    <a:lnTo>
                      <a:pt x="1" y="297"/>
                    </a:lnTo>
                    <a:lnTo>
                      <a:pt x="1" y="446"/>
                    </a:lnTo>
                    <a:cubicBezTo>
                      <a:pt x="29" y="503"/>
                      <a:pt x="29" y="531"/>
                      <a:pt x="65" y="559"/>
                    </a:cubicBezTo>
                    <a:cubicBezTo>
                      <a:pt x="65" y="559"/>
                      <a:pt x="93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41" y="623"/>
                      <a:pt x="270" y="623"/>
                      <a:pt x="298" y="587"/>
                    </a:cubicBezTo>
                    <a:cubicBezTo>
                      <a:pt x="298" y="587"/>
                      <a:pt x="326" y="559"/>
                      <a:pt x="355" y="559"/>
                    </a:cubicBezTo>
                    <a:cubicBezTo>
                      <a:pt x="355" y="531"/>
                      <a:pt x="383" y="503"/>
                      <a:pt x="383" y="446"/>
                    </a:cubicBezTo>
                    <a:cubicBezTo>
                      <a:pt x="383" y="411"/>
                      <a:pt x="418" y="354"/>
                      <a:pt x="418" y="297"/>
                    </a:cubicBezTo>
                    <a:cubicBezTo>
                      <a:pt x="418" y="234"/>
                      <a:pt x="383" y="205"/>
                      <a:pt x="383" y="177"/>
                    </a:cubicBezTo>
                    <a:cubicBezTo>
                      <a:pt x="383" y="121"/>
                      <a:pt x="355" y="92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0"/>
                      <a:pt x="241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Google Shape;2687;p71"/>
              <p:cNvSpPr/>
              <p:nvPr/>
            </p:nvSpPr>
            <p:spPr>
              <a:xfrm>
                <a:off x="5145175" y="2462125"/>
                <a:ext cx="1030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23" extrusionOk="0">
                    <a:moveTo>
                      <a:pt x="206" y="57"/>
                    </a:moveTo>
                    <a:cubicBezTo>
                      <a:pt x="234" y="57"/>
                      <a:pt x="263" y="92"/>
                      <a:pt x="298" y="92"/>
                    </a:cubicBezTo>
                    <a:cubicBezTo>
                      <a:pt x="298" y="121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8" y="503"/>
                      <a:pt x="298" y="531"/>
                    </a:cubicBezTo>
                    <a:cubicBezTo>
                      <a:pt x="263" y="531"/>
                      <a:pt x="234" y="559"/>
                      <a:pt x="206" y="559"/>
                    </a:cubicBezTo>
                    <a:cubicBezTo>
                      <a:pt x="178" y="559"/>
                      <a:pt x="149" y="531"/>
                      <a:pt x="149" y="531"/>
                    </a:cubicBezTo>
                    <a:cubicBezTo>
                      <a:pt x="121" y="503"/>
                      <a:pt x="121" y="474"/>
                      <a:pt x="86" y="446"/>
                    </a:cubicBezTo>
                    <a:lnTo>
                      <a:pt x="86" y="326"/>
                    </a:lnTo>
                    <a:lnTo>
                      <a:pt x="86" y="297"/>
                    </a:lnTo>
                    <a:lnTo>
                      <a:pt x="86" y="177"/>
                    </a:lnTo>
                    <a:cubicBezTo>
                      <a:pt x="121" y="149"/>
                      <a:pt x="121" y="121"/>
                      <a:pt x="149" y="92"/>
                    </a:cubicBezTo>
                    <a:cubicBezTo>
                      <a:pt x="149" y="92"/>
                      <a:pt x="178" y="57"/>
                      <a:pt x="206" y="57"/>
                    </a:cubicBezTo>
                    <a:close/>
                    <a:moveTo>
                      <a:pt x="206" y="0"/>
                    </a:moveTo>
                    <a:cubicBezTo>
                      <a:pt x="178" y="0"/>
                      <a:pt x="149" y="0"/>
                      <a:pt x="121" y="29"/>
                    </a:cubicBezTo>
                    <a:cubicBezTo>
                      <a:pt x="121" y="29"/>
                      <a:pt x="86" y="57"/>
                      <a:pt x="57" y="57"/>
                    </a:cubicBezTo>
                    <a:cubicBezTo>
                      <a:pt x="57" y="92"/>
                      <a:pt x="29" y="121"/>
                      <a:pt x="29" y="177"/>
                    </a:cubicBezTo>
                    <a:cubicBezTo>
                      <a:pt x="29" y="205"/>
                      <a:pt x="1" y="234"/>
                      <a:pt x="1" y="297"/>
                    </a:cubicBezTo>
                    <a:cubicBezTo>
                      <a:pt x="1" y="354"/>
                      <a:pt x="29" y="411"/>
                      <a:pt x="29" y="446"/>
                    </a:cubicBezTo>
                    <a:cubicBezTo>
                      <a:pt x="29" y="503"/>
                      <a:pt x="57" y="531"/>
                      <a:pt x="57" y="559"/>
                    </a:cubicBezTo>
                    <a:cubicBezTo>
                      <a:pt x="86" y="559"/>
                      <a:pt x="121" y="587"/>
                      <a:pt x="121" y="587"/>
                    </a:cubicBezTo>
                    <a:cubicBezTo>
                      <a:pt x="149" y="623"/>
                      <a:pt x="178" y="623"/>
                      <a:pt x="206" y="623"/>
                    </a:cubicBezTo>
                    <a:cubicBezTo>
                      <a:pt x="234" y="623"/>
                      <a:pt x="263" y="623"/>
                      <a:pt x="298" y="587"/>
                    </a:cubicBezTo>
                    <a:cubicBezTo>
                      <a:pt x="326" y="587"/>
                      <a:pt x="355" y="559"/>
                      <a:pt x="355" y="559"/>
                    </a:cubicBezTo>
                    <a:cubicBezTo>
                      <a:pt x="383" y="531"/>
                      <a:pt x="383" y="503"/>
                      <a:pt x="411" y="446"/>
                    </a:cubicBezTo>
                    <a:lnTo>
                      <a:pt x="411" y="297"/>
                    </a:lnTo>
                    <a:lnTo>
                      <a:pt x="411" y="177"/>
                    </a:lnTo>
                    <a:cubicBezTo>
                      <a:pt x="383" y="121"/>
                      <a:pt x="383" y="92"/>
                      <a:pt x="355" y="57"/>
                    </a:cubicBezTo>
                    <a:cubicBezTo>
                      <a:pt x="355" y="57"/>
                      <a:pt x="326" y="29"/>
                      <a:pt x="298" y="29"/>
                    </a:cubicBezTo>
                    <a:cubicBezTo>
                      <a:pt x="263" y="0"/>
                      <a:pt x="234" y="0"/>
                      <a:pt x="2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Google Shape;2688;p71"/>
              <p:cNvSpPr/>
              <p:nvPr/>
            </p:nvSpPr>
            <p:spPr>
              <a:xfrm>
                <a:off x="5162875" y="2466550"/>
                <a:ext cx="102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411" extrusionOk="0">
                    <a:moveTo>
                      <a:pt x="0" y="0"/>
                    </a:moveTo>
                    <a:lnTo>
                      <a:pt x="0" y="57"/>
                    </a:lnTo>
                    <a:lnTo>
                      <a:pt x="354" y="205"/>
                    </a:lnTo>
                    <a:lnTo>
                      <a:pt x="0" y="354"/>
                    </a:lnTo>
                    <a:lnTo>
                      <a:pt x="0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Google Shape;2689;p71"/>
              <p:cNvSpPr/>
              <p:nvPr/>
            </p:nvSpPr>
            <p:spPr>
              <a:xfrm>
                <a:off x="5176125" y="246655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4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Google Shape;2690;p71"/>
              <p:cNvSpPr/>
              <p:nvPr/>
            </p:nvSpPr>
            <p:spPr>
              <a:xfrm>
                <a:off x="5188700" y="246140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0" y="1"/>
                    </a:moveTo>
                    <a:cubicBezTo>
                      <a:pt x="28" y="29"/>
                      <a:pt x="28" y="86"/>
                      <a:pt x="57" y="121"/>
                    </a:cubicBezTo>
                    <a:cubicBezTo>
                      <a:pt x="85" y="150"/>
                      <a:pt x="85" y="206"/>
                      <a:pt x="113" y="234"/>
                    </a:cubicBezTo>
                    <a:lnTo>
                      <a:pt x="113" y="383"/>
                    </a:lnTo>
                    <a:lnTo>
                      <a:pt x="113" y="532"/>
                    </a:lnTo>
                    <a:cubicBezTo>
                      <a:pt x="85" y="560"/>
                      <a:pt x="85" y="616"/>
                      <a:pt x="57" y="652"/>
                    </a:cubicBezTo>
                    <a:cubicBezTo>
                      <a:pt x="28" y="680"/>
                      <a:pt x="28" y="737"/>
                      <a:pt x="0" y="765"/>
                    </a:cubicBezTo>
                    <a:lnTo>
                      <a:pt x="57" y="765"/>
                    </a:lnTo>
                    <a:cubicBezTo>
                      <a:pt x="85" y="708"/>
                      <a:pt x="149" y="652"/>
                      <a:pt x="149" y="588"/>
                    </a:cubicBezTo>
                    <a:cubicBezTo>
                      <a:pt x="177" y="532"/>
                      <a:pt x="205" y="440"/>
                      <a:pt x="205" y="383"/>
                    </a:cubicBezTo>
                    <a:cubicBezTo>
                      <a:pt x="205" y="326"/>
                      <a:pt x="177" y="234"/>
                      <a:pt x="149" y="178"/>
                    </a:cubicBezTo>
                    <a:cubicBezTo>
                      <a:pt x="149" y="121"/>
                      <a:pt x="85" y="58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Google Shape;2691;p71"/>
              <p:cNvSpPr/>
              <p:nvPr/>
            </p:nvSpPr>
            <p:spPr>
              <a:xfrm>
                <a:off x="5195950" y="2461400"/>
                <a:ext cx="6025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41" h="765" extrusionOk="0">
                    <a:moveTo>
                      <a:pt x="0" y="1"/>
                    </a:moveTo>
                    <a:lnTo>
                      <a:pt x="0" y="58"/>
                    </a:lnTo>
                    <a:lnTo>
                      <a:pt x="64" y="58"/>
                    </a:lnTo>
                    <a:cubicBezTo>
                      <a:pt x="92" y="86"/>
                      <a:pt x="92" y="86"/>
                      <a:pt x="92" y="121"/>
                    </a:cubicBezTo>
                    <a:lnTo>
                      <a:pt x="92" y="298"/>
                    </a:lnTo>
                    <a:lnTo>
                      <a:pt x="92" y="355"/>
                    </a:lnTo>
                    <a:cubicBezTo>
                      <a:pt x="120" y="355"/>
                      <a:pt x="120" y="355"/>
                      <a:pt x="120" y="383"/>
                    </a:cubicBezTo>
                    <a:lnTo>
                      <a:pt x="177" y="383"/>
                    </a:lnTo>
                    <a:cubicBezTo>
                      <a:pt x="149" y="383"/>
                      <a:pt x="120" y="383"/>
                      <a:pt x="120" y="411"/>
                    </a:cubicBezTo>
                    <a:cubicBezTo>
                      <a:pt x="92" y="440"/>
                      <a:pt x="92" y="440"/>
                      <a:pt x="92" y="475"/>
                    </a:cubicBezTo>
                    <a:lnTo>
                      <a:pt x="92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65"/>
                    </a:lnTo>
                    <a:lnTo>
                      <a:pt x="64" y="765"/>
                    </a:lnTo>
                    <a:cubicBezTo>
                      <a:pt x="92" y="765"/>
                      <a:pt x="92" y="737"/>
                      <a:pt x="120" y="737"/>
                    </a:cubicBezTo>
                    <a:cubicBezTo>
                      <a:pt x="120" y="737"/>
                      <a:pt x="149" y="737"/>
                      <a:pt x="149" y="708"/>
                    </a:cubicBezTo>
                    <a:lnTo>
                      <a:pt x="149" y="652"/>
                    </a:lnTo>
                    <a:lnTo>
                      <a:pt x="149" y="475"/>
                    </a:lnTo>
                    <a:cubicBezTo>
                      <a:pt x="149" y="475"/>
                      <a:pt x="149" y="440"/>
                      <a:pt x="177" y="440"/>
                    </a:cubicBezTo>
                    <a:lnTo>
                      <a:pt x="177" y="411"/>
                    </a:lnTo>
                    <a:lnTo>
                      <a:pt x="241" y="411"/>
                    </a:lnTo>
                    <a:lnTo>
                      <a:pt x="241" y="355"/>
                    </a:lnTo>
                    <a:lnTo>
                      <a:pt x="177" y="355"/>
                    </a:lnTo>
                    <a:lnTo>
                      <a:pt x="177" y="326"/>
                    </a:lnTo>
                    <a:cubicBezTo>
                      <a:pt x="149" y="326"/>
                      <a:pt x="149" y="326"/>
                      <a:pt x="149" y="298"/>
                    </a:cubicBezTo>
                    <a:lnTo>
                      <a:pt x="149" y="121"/>
                    </a:lnTo>
                    <a:lnTo>
                      <a:pt x="149" y="58"/>
                    </a:lnTo>
                    <a:lnTo>
                      <a:pt x="120" y="29"/>
                    </a:lnTo>
                    <a:cubicBezTo>
                      <a:pt x="92" y="29"/>
                      <a:pt x="92" y="1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Google Shape;2692;p71"/>
              <p:cNvSpPr/>
              <p:nvPr/>
            </p:nvSpPr>
            <p:spPr>
              <a:xfrm>
                <a:off x="50118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49" y="1"/>
                    </a:moveTo>
                    <a:cubicBezTo>
                      <a:pt x="86" y="57"/>
                      <a:pt x="57" y="114"/>
                      <a:pt x="29" y="178"/>
                    </a:cubicBezTo>
                    <a:cubicBezTo>
                      <a:pt x="1" y="234"/>
                      <a:pt x="1" y="319"/>
                      <a:pt x="1" y="383"/>
                    </a:cubicBezTo>
                    <a:cubicBezTo>
                      <a:pt x="1" y="439"/>
                      <a:pt x="1" y="531"/>
                      <a:pt x="29" y="588"/>
                    </a:cubicBezTo>
                    <a:cubicBezTo>
                      <a:pt x="57" y="645"/>
                      <a:pt x="86" y="708"/>
                      <a:pt x="149" y="765"/>
                    </a:cubicBezTo>
                    <a:lnTo>
                      <a:pt x="206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14" y="616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34"/>
                    </a:lnTo>
                    <a:cubicBezTo>
                      <a:pt x="86" y="206"/>
                      <a:pt x="114" y="142"/>
                      <a:pt x="149" y="114"/>
                    </a:cubicBezTo>
                    <a:cubicBezTo>
                      <a:pt x="149" y="86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Google Shape;2693;p71"/>
              <p:cNvSpPr/>
              <p:nvPr/>
            </p:nvSpPr>
            <p:spPr>
              <a:xfrm>
                <a:off x="5019075" y="2349450"/>
                <a:ext cx="53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65" extrusionOk="0">
                    <a:moveTo>
                      <a:pt x="149" y="1"/>
                    </a:moveTo>
                    <a:cubicBezTo>
                      <a:pt x="121" y="57"/>
                      <a:pt x="65" y="114"/>
                      <a:pt x="65" y="178"/>
                    </a:cubicBezTo>
                    <a:cubicBezTo>
                      <a:pt x="36" y="234"/>
                      <a:pt x="1" y="319"/>
                      <a:pt x="1" y="383"/>
                    </a:cubicBezTo>
                    <a:cubicBezTo>
                      <a:pt x="1" y="439"/>
                      <a:pt x="36" y="531"/>
                      <a:pt x="65" y="588"/>
                    </a:cubicBezTo>
                    <a:cubicBezTo>
                      <a:pt x="65" y="645"/>
                      <a:pt x="121" y="708"/>
                      <a:pt x="149" y="765"/>
                    </a:cubicBezTo>
                    <a:lnTo>
                      <a:pt x="213" y="765"/>
                    </a:lnTo>
                    <a:cubicBezTo>
                      <a:pt x="178" y="737"/>
                      <a:pt x="149" y="673"/>
                      <a:pt x="149" y="645"/>
                    </a:cubicBezTo>
                    <a:cubicBezTo>
                      <a:pt x="121" y="616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34"/>
                    </a:lnTo>
                    <a:cubicBezTo>
                      <a:pt x="121" y="206"/>
                      <a:pt x="121" y="142"/>
                      <a:pt x="149" y="114"/>
                    </a:cubicBezTo>
                    <a:cubicBezTo>
                      <a:pt x="149" y="86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Google Shape;2694;p71"/>
              <p:cNvSpPr/>
              <p:nvPr/>
            </p:nvSpPr>
            <p:spPr>
              <a:xfrm>
                <a:off x="5027225" y="2353875"/>
                <a:ext cx="2325" cy="11000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0" extrusionOk="0">
                    <a:moveTo>
                      <a:pt x="0" y="1"/>
                    </a:moveTo>
                    <a:lnTo>
                      <a:pt x="0" y="86"/>
                    </a:lnTo>
                    <a:lnTo>
                      <a:pt x="92" y="86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39"/>
                    </a:lnTo>
                    <a:lnTo>
                      <a:pt x="92" y="439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Google Shape;2695;p71"/>
              <p:cNvSpPr/>
              <p:nvPr/>
            </p:nvSpPr>
            <p:spPr>
              <a:xfrm>
                <a:off x="5036775" y="2350175"/>
                <a:ext cx="10450" cy="15400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16" extrusionOk="0">
                    <a:moveTo>
                      <a:pt x="212" y="57"/>
                    </a:moveTo>
                    <a:cubicBezTo>
                      <a:pt x="241" y="57"/>
                      <a:pt x="269" y="85"/>
                      <a:pt x="297" y="85"/>
                    </a:cubicBezTo>
                    <a:cubicBezTo>
                      <a:pt x="297" y="113"/>
                      <a:pt x="326" y="149"/>
                      <a:pt x="326" y="177"/>
                    </a:cubicBezTo>
                    <a:lnTo>
                      <a:pt x="326" y="290"/>
                    </a:lnTo>
                    <a:lnTo>
                      <a:pt x="326" y="326"/>
                    </a:lnTo>
                    <a:lnTo>
                      <a:pt x="326" y="439"/>
                    </a:lnTo>
                    <a:cubicBezTo>
                      <a:pt x="326" y="467"/>
                      <a:pt x="297" y="502"/>
                      <a:pt x="297" y="531"/>
                    </a:cubicBezTo>
                    <a:cubicBezTo>
                      <a:pt x="269" y="531"/>
                      <a:pt x="241" y="559"/>
                      <a:pt x="212" y="559"/>
                    </a:cubicBezTo>
                    <a:cubicBezTo>
                      <a:pt x="177" y="559"/>
                      <a:pt x="149" y="531"/>
                      <a:pt x="149" y="531"/>
                    </a:cubicBezTo>
                    <a:cubicBezTo>
                      <a:pt x="121" y="502"/>
                      <a:pt x="121" y="467"/>
                      <a:pt x="92" y="439"/>
                    </a:cubicBezTo>
                    <a:lnTo>
                      <a:pt x="92" y="326"/>
                    </a:lnTo>
                    <a:lnTo>
                      <a:pt x="92" y="290"/>
                    </a:lnTo>
                    <a:lnTo>
                      <a:pt x="92" y="177"/>
                    </a:lnTo>
                    <a:cubicBezTo>
                      <a:pt x="121" y="149"/>
                      <a:pt x="121" y="113"/>
                      <a:pt x="149" y="85"/>
                    </a:cubicBezTo>
                    <a:cubicBezTo>
                      <a:pt x="149" y="85"/>
                      <a:pt x="177" y="57"/>
                      <a:pt x="212" y="57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28"/>
                    </a:cubicBezTo>
                    <a:cubicBezTo>
                      <a:pt x="92" y="28"/>
                      <a:pt x="92" y="57"/>
                      <a:pt x="64" y="57"/>
                    </a:cubicBezTo>
                    <a:cubicBezTo>
                      <a:pt x="64" y="85"/>
                      <a:pt x="36" y="113"/>
                      <a:pt x="36" y="177"/>
                    </a:cubicBezTo>
                    <a:cubicBezTo>
                      <a:pt x="36" y="205"/>
                      <a:pt x="0" y="262"/>
                      <a:pt x="0" y="326"/>
                    </a:cubicBezTo>
                    <a:cubicBezTo>
                      <a:pt x="0" y="382"/>
                      <a:pt x="36" y="410"/>
                      <a:pt x="36" y="467"/>
                    </a:cubicBezTo>
                    <a:cubicBezTo>
                      <a:pt x="36" y="502"/>
                      <a:pt x="64" y="531"/>
                      <a:pt x="64" y="559"/>
                    </a:cubicBezTo>
                    <a:cubicBezTo>
                      <a:pt x="92" y="559"/>
                      <a:pt x="92" y="587"/>
                      <a:pt x="121" y="587"/>
                    </a:cubicBezTo>
                    <a:cubicBezTo>
                      <a:pt x="149" y="616"/>
                      <a:pt x="177" y="616"/>
                      <a:pt x="212" y="616"/>
                    </a:cubicBezTo>
                    <a:cubicBezTo>
                      <a:pt x="241" y="616"/>
                      <a:pt x="269" y="616"/>
                      <a:pt x="297" y="587"/>
                    </a:cubicBezTo>
                    <a:cubicBezTo>
                      <a:pt x="326" y="587"/>
                      <a:pt x="354" y="559"/>
                      <a:pt x="354" y="559"/>
                    </a:cubicBezTo>
                    <a:cubicBezTo>
                      <a:pt x="389" y="531"/>
                      <a:pt x="389" y="502"/>
                      <a:pt x="418" y="467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13"/>
                      <a:pt x="389" y="85"/>
                      <a:pt x="354" y="57"/>
                    </a:cubicBezTo>
                    <a:cubicBezTo>
                      <a:pt x="354" y="57"/>
                      <a:pt x="326" y="28"/>
                      <a:pt x="297" y="28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Google Shape;2696;p71"/>
              <p:cNvSpPr/>
              <p:nvPr/>
            </p:nvSpPr>
            <p:spPr>
              <a:xfrm>
                <a:off x="50493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Google Shape;2697;p71"/>
              <p:cNvSpPr/>
              <p:nvPr/>
            </p:nvSpPr>
            <p:spPr>
              <a:xfrm>
                <a:off x="5057450" y="2354600"/>
                <a:ext cx="1030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55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1" y="233"/>
                    </a:lnTo>
                    <a:lnTo>
                      <a:pt x="411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Google Shape;2698;p71"/>
              <p:cNvSpPr/>
              <p:nvPr/>
            </p:nvSpPr>
            <p:spPr>
              <a:xfrm>
                <a:off x="5070025" y="235087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57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9"/>
                    </a:cubicBezTo>
                    <a:cubicBezTo>
                      <a:pt x="85" y="121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Google Shape;2699;p71"/>
              <p:cNvSpPr/>
              <p:nvPr/>
            </p:nvSpPr>
            <p:spPr>
              <a:xfrm>
                <a:off x="5075150" y="235087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21"/>
                    </a:lnTo>
                    <a:cubicBezTo>
                      <a:pt x="57" y="149"/>
                      <a:pt x="29" y="149"/>
                      <a:pt x="29" y="149"/>
                    </a:cubicBezTo>
                    <a:cubicBezTo>
                      <a:pt x="29" y="149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9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Google Shape;2700;p71"/>
              <p:cNvSpPr/>
              <p:nvPr/>
            </p:nvSpPr>
            <p:spPr>
              <a:xfrm>
                <a:off x="5080975" y="2354600"/>
                <a:ext cx="104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1" extrusionOk="0">
                    <a:moveTo>
                      <a:pt x="1" y="0"/>
                    </a:moveTo>
                    <a:lnTo>
                      <a:pt x="1" y="57"/>
                    </a:lnTo>
                    <a:lnTo>
                      <a:pt x="326" y="205"/>
                    </a:lnTo>
                    <a:lnTo>
                      <a:pt x="1" y="354"/>
                    </a:lnTo>
                    <a:lnTo>
                      <a:pt x="1" y="410"/>
                    </a:lnTo>
                    <a:lnTo>
                      <a:pt x="418" y="233"/>
                    </a:lnTo>
                    <a:lnTo>
                      <a:pt x="418" y="1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Google Shape;2701;p71"/>
              <p:cNvSpPr/>
              <p:nvPr/>
            </p:nvSpPr>
            <p:spPr>
              <a:xfrm>
                <a:off x="5093550" y="2354600"/>
                <a:ext cx="10450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1" extrusionOk="0">
                    <a:moveTo>
                      <a:pt x="418" y="0"/>
                    </a:moveTo>
                    <a:lnTo>
                      <a:pt x="0" y="177"/>
                    </a:lnTo>
                    <a:lnTo>
                      <a:pt x="0" y="233"/>
                    </a:lnTo>
                    <a:lnTo>
                      <a:pt x="418" y="410"/>
                    </a:lnTo>
                    <a:lnTo>
                      <a:pt x="418" y="354"/>
                    </a:lnTo>
                    <a:lnTo>
                      <a:pt x="64" y="205"/>
                    </a:lnTo>
                    <a:lnTo>
                      <a:pt x="418" y="57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Google Shape;2702;p71"/>
              <p:cNvSpPr/>
              <p:nvPr/>
            </p:nvSpPr>
            <p:spPr>
              <a:xfrm>
                <a:off x="511122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29" y="86"/>
                      <a:pt x="64" y="114"/>
                    </a:cubicBezTo>
                    <a:cubicBezTo>
                      <a:pt x="93" y="178"/>
                      <a:pt x="93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16"/>
                      <a:pt x="64" y="645"/>
                    </a:cubicBezTo>
                    <a:cubicBezTo>
                      <a:pt x="29" y="708"/>
                      <a:pt x="29" y="737"/>
                      <a:pt x="1" y="765"/>
                    </a:cubicBezTo>
                    <a:lnTo>
                      <a:pt x="64" y="765"/>
                    </a:lnTo>
                    <a:cubicBezTo>
                      <a:pt x="93" y="708"/>
                      <a:pt x="121" y="645"/>
                      <a:pt x="149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49" y="178"/>
                    </a:cubicBezTo>
                    <a:cubicBezTo>
                      <a:pt x="121" y="114"/>
                      <a:pt x="93" y="57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Google Shape;2703;p71"/>
              <p:cNvSpPr/>
              <p:nvPr/>
            </p:nvSpPr>
            <p:spPr>
              <a:xfrm>
                <a:off x="5123075" y="2349450"/>
                <a:ext cx="5150" cy="19125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65" extrusionOk="0">
                    <a:moveTo>
                      <a:pt x="1" y="1"/>
                    </a:moveTo>
                    <a:cubicBezTo>
                      <a:pt x="29" y="29"/>
                      <a:pt x="57" y="86"/>
                      <a:pt x="57" y="114"/>
                    </a:cubicBezTo>
                    <a:cubicBezTo>
                      <a:pt x="85" y="178"/>
                      <a:pt x="85" y="206"/>
                      <a:pt x="121" y="234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16"/>
                      <a:pt x="57" y="645"/>
                    </a:cubicBezTo>
                    <a:cubicBezTo>
                      <a:pt x="57" y="708"/>
                      <a:pt x="29" y="737"/>
                      <a:pt x="1" y="765"/>
                    </a:cubicBezTo>
                    <a:lnTo>
                      <a:pt x="57" y="765"/>
                    </a:lnTo>
                    <a:cubicBezTo>
                      <a:pt x="85" y="708"/>
                      <a:pt x="149" y="645"/>
                      <a:pt x="177" y="588"/>
                    </a:cubicBezTo>
                    <a:cubicBezTo>
                      <a:pt x="177" y="531"/>
                      <a:pt x="206" y="439"/>
                      <a:pt x="206" y="383"/>
                    </a:cubicBezTo>
                    <a:cubicBezTo>
                      <a:pt x="206" y="319"/>
                      <a:pt x="177" y="234"/>
                      <a:pt x="177" y="178"/>
                    </a:cubicBezTo>
                    <a:cubicBezTo>
                      <a:pt x="149" y="114"/>
                      <a:pt x="85" y="57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Google Shape;2704;p71"/>
              <p:cNvSpPr/>
              <p:nvPr/>
            </p:nvSpPr>
            <p:spPr>
              <a:xfrm>
                <a:off x="50118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49" y="1"/>
                    </a:moveTo>
                    <a:cubicBezTo>
                      <a:pt x="86" y="64"/>
                      <a:pt x="57" y="121"/>
                      <a:pt x="29" y="178"/>
                    </a:cubicBezTo>
                    <a:cubicBezTo>
                      <a:pt x="1" y="241"/>
                      <a:pt x="1" y="326"/>
                      <a:pt x="1" y="383"/>
                    </a:cubicBezTo>
                    <a:cubicBezTo>
                      <a:pt x="1" y="446"/>
                      <a:pt x="1" y="531"/>
                      <a:pt x="29" y="595"/>
                    </a:cubicBezTo>
                    <a:cubicBezTo>
                      <a:pt x="57" y="652"/>
                      <a:pt x="86" y="708"/>
                      <a:pt x="149" y="772"/>
                    </a:cubicBezTo>
                    <a:lnTo>
                      <a:pt x="206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14" y="623"/>
                      <a:pt x="86" y="560"/>
                      <a:pt x="86" y="531"/>
                    </a:cubicBezTo>
                    <a:lnTo>
                      <a:pt x="86" y="383"/>
                    </a:lnTo>
                    <a:lnTo>
                      <a:pt x="86" y="241"/>
                    </a:lnTo>
                    <a:cubicBezTo>
                      <a:pt x="86" y="206"/>
                      <a:pt x="114" y="149"/>
                      <a:pt x="149" y="121"/>
                    </a:cubicBezTo>
                    <a:cubicBezTo>
                      <a:pt x="149" y="93"/>
                      <a:pt x="178" y="29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Google Shape;2705;p71"/>
              <p:cNvSpPr/>
              <p:nvPr/>
            </p:nvSpPr>
            <p:spPr>
              <a:xfrm>
                <a:off x="5019075" y="2423025"/>
                <a:ext cx="53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14" h="772" extrusionOk="0">
                    <a:moveTo>
                      <a:pt x="149" y="1"/>
                    </a:moveTo>
                    <a:cubicBezTo>
                      <a:pt x="121" y="64"/>
                      <a:pt x="65" y="121"/>
                      <a:pt x="65" y="178"/>
                    </a:cubicBezTo>
                    <a:cubicBezTo>
                      <a:pt x="36" y="241"/>
                      <a:pt x="1" y="326"/>
                      <a:pt x="1" y="383"/>
                    </a:cubicBezTo>
                    <a:cubicBezTo>
                      <a:pt x="1" y="446"/>
                      <a:pt x="36" y="531"/>
                      <a:pt x="65" y="595"/>
                    </a:cubicBezTo>
                    <a:cubicBezTo>
                      <a:pt x="65" y="652"/>
                      <a:pt x="121" y="708"/>
                      <a:pt x="149" y="772"/>
                    </a:cubicBezTo>
                    <a:lnTo>
                      <a:pt x="213" y="772"/>
                    </a:lnTo>
                    <a:cubicBezTo>
                      <a:pt x="178" y="737"/>
                      <a:pt x="149" y="680"/>
                      <a:pt x="149" y="652"/>
                    </a:cubicBezTo>
                    <a:cubicBezTo>
                      <a:pt x="121" y="623"/>
                      <a:pt x="121" y="560"/>
                      <a:pt x="93" y="531"/>
                    </a:cubicBezTo>
                    <a:lnTo>
                      <a:pt x="93" y="383"/>
                    </a:lnTo>
                    <a:lnTo>
                      <a:pt x="93" y="241"/>
                    </a:lnTo>
                    <a:cubicBezTo>
                      <a:pt x="121" y="206"/>
                      <a:pt x="121" y="149"/>
                      <a:pt x="149" y="121"/>
                    </a:cubicBezTo>
                    <a:cubicBezTo>
                      <a:pt x="149" y="93"/>
                      <a:pt x="178" y="29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Google Shape;2706;p71"/>
              <p:cNvSpPr/>
              <p:nvPr/>
            </p:nvSpPr>
            <p:spPr>
              <a:xfrm>
                <a:off x="5027225" y="2427450"/>
                <a:ext cx="2325" cy="11175"/>
              </a:xfrm>
              <a:custGeom>
                <a:avLst/>
                <a:gdLst/>
                <a:ahLst/>
                <a:cxnLst/>
                <a:rect l="l" t="t" r="r" b="b"/>
                <a:pathLst>
                  <a:path w="93" h="447" extrusionOk="0">
                    <a:moveTo>
                      <a:pt x="0" y="1"/>
                    </a:moveTo>
                    <a:lnTo>
                      <a:pt x="0" y="93"/>
                    </a:lnTo>
                    <a:lnTo>
                      <a:pt x="92" y="93"/>
                    </a:lnTo>
                    <a:lnTo>
                      <a:pt x="92" y="1"/>
                    </a:lnTo>
                    <a:close/>
                    <a:moveTo>
                      <a:pt x="0" y="354"/>
                    </a:moveTo>
                    <a:lnTo>
                      <a:pt x="0" y="446"/>
                    </a:lnTo>
                    <a:lnTo>
                      <a:pt x="92" y="446"/>
                    </a:lnTo>
                    <a:lnTo>
                      <a:pt x="92" y="3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Google Shape;2707;p71"/>
              <p:cNvSpPr/>
              <p:nvPr/>
            </p:nvSpPr>
            <p:spPr>
              <a:xfrm>
                <a:off x="5036775" y="2423750"/>
                <a:ext cx="10450" cy="155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623" extrusionOk="0">
                    <a:moveTo>
                      <a:pt x="212" y="64"/>
                    </a:moveTo>
                    <a:cubicBezTo>
                      <a:pt x="241" y="64"/>
                      <a:pt x="269" y="92"/>
                      <a:pt x="297" y="92"/>
                    </a:cubicBezTo>
                    <a:cubicBezTo>
                      <a:pt x="297" y="120"/>
                      <a:pt x="326" y="149"/>
                      <a:pt x="326" y="177"/>
                    </a:cubicBezTo>
                    <a:lnTo>
                      <a:pt x="326" y="297"/>
                    </a:lnTo>
                    <a:lnTo>
                      <a:pt x="326" y="326"/>
                    </a:lnTo>
                    <a:lnTo>
                      <a:pt x="326" y="446"/>
                    </a:lnTo>
                    <a:cubicBezTo>
                      <a:pt x="326" y="474"/>
                      <a:pt x="297" y="502"/>
                      <a:pt x="297" y="531"/>
                    </a:cubicBezTo>
                    <a:cubicBezTo>
                      <a:pt x="269" y="531"/>
                      <a:pt x="241" y="566"/>
                      <a:pt x="212" y="566"/>
                    </a:cubicBezTo>
                    <a:cubicBezTo>
                      <a:pt x="177" y="566"/>
                      <a:pt x="149" y="531"/>
                      <a:pt x="149" y="531"/>
                    </a:cubicBezTo>
                    <a:cubicBezTo>
                      <a:pt x="121" y="502"/>
                      <a:pt x="121" y="474"/>
                      <a:pt x="92" y="446"/>
                    </a:cubicBezTo>
                    <a:lnTo>
                      <a:pt x="92" y="326"/>
                    </a:lnTo>
                    <a:lnTo>
                      <a:pt x="92" y="297"/>
                    </a:lnTo>
                    <a:lnTo>
                      <a:pt x="92" y="177"/>
                    </a:lnTo>
                    <a:cubicBezTo>
                      <a:pt x="121" y="149"/>
                      <a:pt x="121" y="120"/>
                      <a:pt x="149" y="92"/>
                    </a:cubicBezTo>
                    <a:cubicBezTo>
                      <a:pt x="149" y="92"/>
                      <a:pt x="177" y="64"/>
                      <a:pt x="212" y="64"/>
                    </a:cubicBezTo>
                    <a:close/>
                    <a:moveTo>
                      <a:pt x="212" y="0"/>
                    </a:moveTo>
                    <a:cubicBezTo>
                      <a:pt x="177" y="0"/>
                      <a:pt x="149" y="0"/>
                      <a:pt x="121" y="35"/>
                    </a:cubicBezTo>
                    <a:cubicBezTo>
                      <a:pt x="92" y="35"/>
                      <a:pt x="92" y="64"/>
                      <a:pt x="64" y="64"/>
                    </a:cubicBezTo>
                    <a:cubicBezTo>
                      <a:pt x="64" y="92"/>
                      <a:pt x="36" y="120"/>
                      <a:pt x="36" y="177"/>
                    </a:cubicBezTo>
                    <a:cubicBezTo>
                      <a:pt x="36" y="212"/>
                      <a:pt x="0" y="269"/>
                      <a:pt x="0" y="326"/>
                    </a:cubicBezTo>
                    <a:cubicBezTo>
                      <a:pt x="0" y="389"/>
                      <a:pt x="36" y="417"/>
                      <a:pt x="36" y="474"/>
                    </a:cubicBezTo>
                    <a:cubicBezTo>
                      <a:pt x="36" y="502"/>
                      <a:pt x="64" y="531"/>
                      <a:pt x="64" y="566"/>
                    </a:cubicBezTo>
                    <a:cubicBezTo>
                      <a:pt x="92" y="566"/>
                      <a:pt x="92" y="594"/>
                      <a:pt x="121" y="594"/>
                    </a:cubicBezTo>
                    <a:cubicBezTo>
                      <a:pt x="149" y="623"/>
                      <a:pt x="177" y="623"/>
                      <a:pt x="212" y="623"/>
                    </a:cubicBezTo>
                    <a:cubicBezTo>
                      <a:pt x="241" y="623"/>
                      <a:pt x="269" y="623"/>
                      <a:pt x="297" y="594"/>
                    </a:cubicBezTo>
                    <a:cubicBezTo>
                      <a:pt x="326" y="594"/>
                      <a:pt x="354" y="566"/>
                      <a:pt x="354" y="566"/>
                    </a:cubicBezTo>
                    <a:cubicBezTo>
                      <a:pt x="389" y="531"/>
                      <a:pt x="389" y="502"/>
                      <a:pt x="418" y="474"/>
                    </a:cubicBezTo>
                    <a:lnTo>
                      <a:pt x="418" y="326"/>
                    </a:lnTo>
                    <a:lnTo>
                      <a:pt x="418" y="177"/>
                    </a:lnTo>
                    <a:cubicBezTo>
                      <a:pt x="389" y="120"/>
                      <a:pt x="389" y="92"/>
                      <a:pt x="354" y="64"/>
                    </a:cubicBezTo>
                    <a:cubicBezTo>
                      <a:pt x="354" y="64"/>
                      <a:pt x="326" y="35"/>
                      <a:pt x="297" y="35"/>
                    </a:cubicBezTo>
                    <a:cubicBezTo>
                      <a:pt x="269" y="0"/>
                      <a:pt x="241" y="0"/>
                      <a:pt x="2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71"/>
              <p:cNvSpPr/>
              <p:nvPr/>
            </p:nvSpPr>
            <p:spPr>
              <a:xfrm>
                <a:off x="50493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Google Shape;2709;p71"/>
              <p:cNvSpPr/>
              <p:nvPr/>
            </p:nvSpPr>
            <p:spPr>
              <a:xfrm>
                <a:off x="5057450" y="2428150"/>
                <a:ext cx="1030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55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1" y="241"/>
                    </a:lnTo>
                    <a:lnTo>
                      <a:pt x="411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71"/>
              <p:cNvSpPr/>
              <p:nvPr/>
            </p:nvSpPr>
            <p:spPr>
              <a:xfrm>
                <a:off x="5070025" y="2424625"/>
                <a:ext cx="30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57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85" y="177"/>
                      <a:pt x="85" y="142"/>
                    </a:cubicBezTo>
                    <a:cubicBezTo>
                      <a:pt x="85" y="114"/>
                      <a:pt x="121" y="85"/>
                      <a:pt x="121" y="57"/>
                    </a:cubicBezTo>
                    <a:lnTo>
                      <a:pt x="12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Google Shape;2711;p71"/>
              <p:cNvSpPr/>
              <p:nvPr/>
            </p:nvSpPr>
            <p:spPr>
              <a:xfrm>
                <a:off x="5075150" y="2424625"/>
                <a:ext cx="2325" cy="5150"/>
              </a:xfrm>
              <a:custGeom>
                <a:avLst/>
                <a:gdLst/>
                <a:ahLst/>
                <a:cxnLst/>
                <a:rect l="l" t="t" r="r" b="b"/>
                <a:pathLst>
                  <a:path w="93" h="206" extrusionOk="0">
                    <a:moveTo>
                      <a:pt x="29" y="0"/>
                    </a:moveTo>
                    <a:lnTo>
                      <a:pt x="29" y="85"/>
                    </a:lnTo>
                    <a:lnTo>
                      <a:pt x="57" y="85"/>
                    </a:lnTo>
                    <a:lnTo>
                      <a:pt x="57" y="114"/>
                    </a:lnTo>
                    <a:cubicBezTo>
                      <a:pt x="57" y="142"/>
                      <a:pt x="29" y="142"/>
                      <a:pt x="29" y="142"/>
                    </a:cubicBezTo>
                    <a:cubicBezTo>
                      <a:pt x="29" y="142"/>
                      <a:pt x="29" y="177"/>
                      <a:pt x="0" y="177"/>
                    </a:cubicBezTo>
                    <a:lnTo>
                      <a:pt x="0" y="206"/>
                    </a:lnTo>
                    <a:cubicBezTo>
                      <a:pt x="29" y="206"/>
                      <a:pt x="29" y="206"/>
                      <a:pt x="57" y="177"/>
                    </a:cubicBezTo>
                    <a:cubicBezTo>
                      <a:pt x="57" y="177"/>
                      <a:pt x="92" y="177"/>
                      <a:pt x="92" y="142"/>
                    </a:cubicBezTo>
                    <a:lnTo>
                      <a:pt x="92" y="57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Google Shape;2712;p71"/>
              <p:cNvSpPr/>
              <p:nvPr/>
            </p:nvSpPr>
            <p:spPr>
              <a:xfrm>
                <a:off x="5080975" y="2428150"/>
                <a:ext cx="104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419" extrusionOk="0">
                    <a:moveTo>
                      <a:pt x="1" y="1"/>
                    </a:moveTo>
                    <a:lnTo>
                      <a:pt x="1" y="65"/>
                    </a:lnTo>
                    <a:lnTo>
                      <a:pt x="326" y="213"/>
                    </a:lnTo>
                    <a:lnTo>
                      <a:pt x="1" y="355"/>
                    </a:lnTo>
                    <a:lnTo>
                      <a:pt x="1" y="418"/>
                    </a:lnTo>
                    <a:lnTo>
                      <a:pt x="418" y="241"/>
                    </a:lnTo>
                    <a:lnTo>
                      <a:pt x="418" y="1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Google Shape;2713;p71"/>
              <p:cNvSpPr/>
              <p:nvPr/>
            </p:nvSpPr>
            <p:spPr>
              <a:xfrm>
                <a:off x="5093550" y="2428150"/>
                <a:ext cx="10450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418" h="419" extrusionOk="0">
                    <a:moveTo>
                      <a:pt x="418" y="1"/>
                    </a:moveTo>
                    <a:lnTo>
                      <a:pt x="0" y="178"/>
                    </a:lnTo>
                    <a:lnTo>
                      <a:pt x="0" y="241"/>
                    </a:lnTo>
                    <a:lnTo>
                      <a:pt x="418" y="418"/>
                    </a:lnTo>
                    <a:lnTo>
                      <a:pt x="418" y="355"/>
                    </a:lnTo>
                    <a:lnTo>
                      <a:pt x="64" y="213"/>
                    </a:lnTo>
                    <a:lnTo>
                      <a:pt x="418" y="65"/>
                    </a:lnTo>
                    <a:lnTo>
                      <a:pt x="4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Google Shape;2714;p71"/>
              <p:cNvSpPr/>
              <p:nvPr/>
            </p:nvSpPr>
            <p:spPr>
              <a:xfrm>
                <a:off x="511122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29" y="93"/>
                      <a:pt x="64" y="121"/>
                    </a:cubicBezTo>
                    <a:cubicBezTo>
                      <a:pt x="93" y="178"/>
                      <a:pt x="93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93" y="560"/>
                      <a:pt x="93" y="623"/>
                      <a:pt x="64" y="652"/>
                    </a:cubicBezTo>
                    <a:cubicBezTo>
                      <a:pt x="29" y="708"/>
                      <a:pt x="29" y="737"/>
                      <a:pt x="1" y="772"/>
                    </a:cubicBezTo>
                    <a:lnTo>
                      <a:pt x="64" y="772"/>
                    </a:lnTo>
                    <a:cubicBezTo>
                      <a:pt x="93" y="708"/>
                      <a:pt x="121" y="652"/>
                      <a:pt x="149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49" y="178"/>
                    </a:cubicBezTo>
                    <a:cubicBezTo>
                      <a:pt x="121" y="121"/>
                      <a:pt x="93" y="64"/>
                      <a:pt x="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Google Shape;2715;p71"/>
              <p:cNvSpPr/>
              <p:nvPr/>
            </p:nvSpPr>
            <p:spPr>
              <a:xfrm>
                <a:off x="5123075" y="2423025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1"/>
                    </a:moveTo>
                    <a:cubicBezTo>
                      <a:pt x="29" y="29"/>
                      <a:pt x="57" y="93"/>
                      <a:pt x="57" y="121"/>
                    </a:cubicBezTo>
                    <a:cubicBezTo>
                      <a:pt x="85" y="178"/>
                      <a:pt x="85" y="206"/>
                      <a:pt x="121" y="241"/>
                    </a:cubicBezTo>
                    <a:lnTo>
                      <a:pt x="121" y="383"/>
                    </a:lnTo>
                    <a:lnTo>
                      <a:pt x="121" y="531"/>
                    </a:lnTo>
                    <a:cubicBezTo>
                      <a:pt x="85" y="560"/>
                      <a:pt x="85" y="623"/>
                      <a:pt x="57" y="652"/>
                    </a:cubicBezTo>
                    <a:cubicBezTo>
                      <a:pt x="57" y="708"/>
                      <a:pt x="29" y="737"/>
                      <a:pt x="1" y="772"/>
                    </a:cubicBezTo>
                    <a:lnTo>
                      <a:pt x="57" y="772"/>
                    </a:lnTo>
                    <a:cubicBezTo>
                      <a:pt x="85" y="708"/>
                      <a:pt x="149" y="652"/>
                      <a:pt x="177" y="595"/>
                    </a:cubicBezTo>
                    <a:cubicBezTo>
                      <a:pt x="177" y="531"/>
                      <a:pt x="206" y="446"/>
                      <a:pt x="206" y="383"/>
                    </a:cubicBezTo>
                    <a:cubicBezTo>
                      <a:pt x="206" y="326"/>
                      <a:pt x="177" y="241"/>
                      <a:pt x="177" y="178"/>
                    </a:cubicBezTo>
                    <a:cubicBezTo>
                      <a:pt x="149" y="121"/>
                      <a:pt x="85" y="64"/>
                      <a:pt x="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71"/>
              <p:cNvSpPr/>
              <p:nvPr/>
            </p:nvSpPr>
            <p:spPr>
              <a:xfrm>
                <a:off x="50332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383" y="1"/>
                    </a:moveTo>
                    <a:lnTo>
                      <a:pt x="1" y="177"/>
                    </a:lnTo>
                    <a:lnTo>
                      <a:pt x="1" y="234"/>
                    </a:lnTo>
                    <a:lnTo>
                      <a:pt x="383" y="411"/>
                    </a:lnTo>
                    <a:lnTo>
                      <a:pt x="383" y="354"/>
                    </a:lnTo>
                    <a:lnTo>
                      <a:pt x="57" y="206"/>
                    </a:lnTo>
                    <a:lnTo>
                      <a:pt x="383" y="57"/>
                    </a:lnTo>
                    <a:lnTo>
                      <a:pt x="38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71"/>
              <p:cNvSpPr/>
              <p:nvPr/>
            </p:nvSpPr>
            <p:spPr>
              <a:xfrm>
                <a:off x="50456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2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2" y="560"/>
                      <a:pt x="213" y="560"/>
                    </a:cubicBezTo>
                    <a:cubicBezTo>
                      <a:pt x="178" y="560"/>
                      <a:pt x="150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50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50" y="1"/>
                      <a:pt x="121" y="29"/>
                    </a:cubicBezTo>
                    <a:cubicBezTo>
                      <a:pt x="93" y="29"/>
                      <a:pt x="93" y="57"/>
                      <a:pt x="65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5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50" y="616"/>
                      <a:pt x="178" y="616"/>
                      <a:pt x="213" y="616"/>
                    </a:cubicBezTo>
                    <a:cubicBezTo>
                      <a:pt x="242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5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5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2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71"/>
              <p:cNvSpPr/>
              <p:nvPr/>
            </p:nvSpPr>
            <p:spPr>
              <a:xfrm>
                <a:off x="5058175" y="2385550"/>
                <a:ext cx="88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4" h="559" extrusionOk="0">
                    <a:moveTo>
                      <a:pt x="205" y="0"/>
                    </a:moveTo>
                    <a:cubicBezTo>
                      <a:pt x="177" y="0"/>
                      <a:pt x="149" y="28"/>
                      <a:pt x="149" y="28"/>
                    </a:cubicBezTo>
                    <a:cubicBezTo>
                      <a:pt x="121" y="28"/>
                      <a:pt x="92" y="28"/>
                      <a:pt x="64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54" y="559"/>
                    </a:lnTo>
                    <a:lnTo>
                      <a:pt x="354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71"/>
              <p:cNvSpPr/>
              <p:nvPr/>
            </p:nvSpPr>
            <p:spPr>
              <a:xfrm>
                <a:off x="5073725" y="2384825"/>
                <a:ext cx="95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1" y="114"/>
                      <a:pt x="291" y="142"/>
                      <a:pt x="291" y="178"/>
                    </a:cubicBezTo>
                    <a:cubicBezTo>
                      <a:pt x="326" y="206"/>
                      <a:pt x="326" y="234"/>
                      <a:pt x="326" y="291"/>
                    </a:cubicBezTo>
                    <a:lnTo>
                      <a:pt x="326" y="319"/>
                    </a:lnTo>
                    <a:cubicBezTo>
                      <a:pt x="326" y="383"/>
                      <a:pt x="326" y="411"/>
                      <a:pt x="291" y="439"/>
                    </a:cubicBezTo>
                    <a:cubicBezTo>
                      <a:pt x="291" y="468"/>
                      <a:pt x="291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49" y="560"/>
                      <a:pt x="149" y="531"/>
                      <a:pt x="114" y="531"/>
                    </a:cubicBezTo>
                    <a:cubicBezTo>
                      <a:pt x="86" y="496"/>
                      <a:pt x="86" y="468"/>
                      <a:pt x="86" y="439"/>
                    </a:cubicBezTo>
                    <a:cubicBezTo>
                      <a:pt x="57" y="411"/>
                      <a:pt x="57" y="383"/>
                      <a:pt x="57" y="319"/>
                    </a:cubicBezTo>
                    <a:lnTo>
                      <a:pt x="57" y="291"/>
                    </a:lnTo>
                    <a:cubicBezTo>
                      <a:pt x="57" y="234"/>
                      <a:pt x="57" y="206"/>
                      <a:pt x="86" y="178"/>
                    </a:cubicBezTo>
                    <a:cubicBezTo>
                      <a:pt x="86" y="142"/>
                      <a:pt x="86" y="114"/>
                      <a:pt x="114" y="86"/>
                    </a:cubicBezTo>
                    <a:cubicBezTo>
                      <a:pt x="149" y="86"/>
                      <a:pt x="149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49" y="1"/>
                      <a:pt x="149" y="1"/>
                      <a:pt x="114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1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1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14" y="588"/>
                    </a:cubicBezTo>
                    <a:cubicBezTo>
                      <a:pt x="149" y="616"/>
                      <a:pt x="149" y="616"/>
                      <a:pt x="206" y="616"/>
                    </a:cubicBezTo>
                    <a:cubicBezTo>
                      <a:pt x="234" y="616"/>
                      <a:pt x="263" y="616"/>
                      <a:pt x="263" y="588"/>
                    </a:cubicBezTo>
                    <a:cubicBezTo>
                      <a:pt x="291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lnTo>
                      <a:pt x="383" y="291"/>
                    </a:lnTo>
                    <a:lnTo>
                      <a:pt x="383" y="178"/>
                    </a:ln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1" y="29"/>
                      <a:pt x="263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71"/>
              <p:cNvSpPr/>
              <p:nvPr/>
            </p:nvSpPr>
            <p:spPr>
              <a:xfrm>
                <a:off x="5085400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98" y="86"/>
                    </a:cubicBezTo>
                    <a:cubicBezTo>
                      <a:pt x="298" y="114"/>
                      <a:pt x="326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326" y="468"/>
                      <a:pt x="298" y="496"/>
                      <a:pt x="298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49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49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93" y="57"/>
                      <a:pt x="64" y="57"/>
                    </a:cubicBezTo>
                    <a:cubicBezTo>
                      <a:pt x="36" y="86"/>
                      <a:pt x="36" y="114"/>
                      <a:pt x="36" y="178"/>
                    </a:cubicBezTo>
                    <a:cubicBezTo>
                      <a:pt x="1" y="206"/>
                      <a:pt x="1" y="234"/>
                      <a:pt x="1" y="291"/>
                    </a:cubicBezTo>
                    <a:cubicBezTo>
                      <a:pt x="1" y="354"/>
                      <a:pt x="1" y="411"/>
                      <a:pt x="36" y="439"/>
                    </a:cubicBezTo>
                    <a:cubicBezTo>
                      <a:pt x="36" y="496"/>
                      <a:pt x="36" y="531"/>
                      <a:pt x="64" y="560"/>
                    </a:cubicBezTo>
                    <a:cubicBezTo>
                      <a:pt x="93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326" y="588"/>
                      <a:pt x="326" y="560"/>
                      <a:pt x="354" y="560"/>
                    </a:cubicBezTo>
                    <a:cubicBezTo>
                      <a:pt x="390" y="531"/>
                      <a:pt x="390" y="496"/>
                      <a:pt x="390" y="439"/>
                    </a:cubicBezTo>
                    <a:cubicBezTo>
                      <a:pt x="418" y="411"/>
                      <a:pt x="418" y="354"/>
                      <a:pt x="418" y="291"/>
                    </a:cubicBezTo>
                    <a:cubicBezTo>
                      <a:pt x="418" y="234"/>
                      <a:pt x="418" y="206"/>
                      <a:pt x="390" y="178"/>
                    </a:cubicBezTo>
                    <a:cubicBezTo>
                      <a:pt x="390" y="114"/>
                      <a:pt x="390" y="86"/>
                      <a:pt x="354" y="57"/>
                    </a:cubicBezTo>
                    <a:cubicBezTo>
                      <a:pt x="326" y="57"/>
                      <a:pt x="326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71"/>
              <p:cNvSpPr/>
              <p:nvPr/>
            </p:nvSpPr>
            <p:spPr>
              <a:xfrm>
                <a:off x="5097950" y="2385550"/>
                <a:ext cx="8875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559" extrusionOk="0">
                    <a:moveTo>
                      <a:pt x="206" y="0"/>
                    </a:moveTo>
                    <a:cubicBezTo>
                      <a:pt x="178" y="0"/>
                      <a:pt x="150" y="28"/>
                      <a:pt x="150" y="28"/>
                    </a:cubicBezTo>
                    <a:cubicBezTo>
                      <a:pt x="121" y="28"/>
                      <a:pt x="93" y="28"/>
                      <a:pt x="65" y="57"/>
                    </a:cubicBezTo>
                    <a:lnTo>
                      <a:pt x="1" y="57"/>
                    </a:lnTo>
                    <a:lnTo>
                      <a:pt x="1" y="113"/>
                    </a:lnTo>
                    <a:lnTo>
                      <a:pt x="150" y="113"/>
                    </a:lnTo>
                    <a:lnTo>
                      <a:pt x="150" y="502"/>
                    </a:lnTo>
                    <a:lnTo>
                      <a:pt x="1" y="502"/>
                    </a:lnTo>
                    <a:lnTo>
                      <a:pt x="1" y="559"/>
                    </a:lnTo>
                    <a:lnTo>
                      <a:pt x="355" y="559"/>
                    </a:lnTo>
                    <a:lnTo>
                      <a:pt x="355" y="502"/>
                    </a:lnTo>
                    <a:lnTo>
                      <a:pt x="242" y="502"/>
                    </a:lnTo>
                    <a:lnTo>
                      <a:pt x="24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71"/>
              <p:cNvSpPr/>
              <p:nvPr/>
            </p:nvSpPr>
            <p:spPr>
              <a:xfrm>
                <a:off x="51091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1" y="0"/>
                    </a:moveTo>
                    <a:lnTo>
                      <a:pt x="1" y="64"/>
                    </a:lnTo>
                    <a:lnTo>
                      <a:pt x="57" y="64"/>
                    </a:lnTo>
                    <a:lnTo>
                      <a:pt x="57" y="121"/>
                    </a:lnTo>
                    <a:lnTo>
                      <a:pt x="86" y="297"/>
                    </a:lnTo>
                    <a:lnTo>
                      <a:pt x="86" y="326"/>
                    </a:lnTo>
                    <a:cubicBezTo>
                      <a:pt x="86" y="354"/>
                      <a:pt x="86" y="354"/>
                      <a:pt x="114" y="389"/>
                    </a:cubicBezTo>
                    <a:lnTo>
                      <a:pt x="178" y="389"/>
                    </a:lnTo>
                    <a:cubicBezTo>
                      <a:pt x="114" y="389"/>
                      <a:pt x="114" y="389"/>
                      <a:pt x="86" y="418"/>
                    </a:cubicBezTo>
                    <a:lnTo>
                      <a:pt x="86" y="474"/>
                    </a:lnTo>
                    <a:lnTo>
                      <a:pt x="57" y="680"/>
                    </a:lnTo>
                    <a:lnTo>
                      <a:pt x="57" y="708"/>
                    </a:lnTo>
                    <a:lnTo>
                      <a:pt x="1" y="708"/>
                    </a:lnTo>
                    <a:lnTo>
                      <a:pt x="1" y="771"/>
                    </a:lnTo>
                    <a:lnTo>
                      <a:pt x="57" y="771"/>
                    </a:lnTo>
                    <a:lnTo>
                      <a:pt x="86" y="743"/>
                    </a:lnTo>
                    <a:cubicBezTo>
                      <a:pt x="114" y="743"/>
                      <a:pt x="114" y="743"/>
                      <a:pt x="114" y="708"/>
                    </a:cubicBezTo>
                    <a:cubicBezTo>
                      <a:pt x="149" y="708"/>
                      <a:pt x="149" y="680"/>
                      <a:pt x="149" y="651"/>
                    </a:cubicBezTo>
                    <a:lnTo>
                      <a:pt x="149" y="474"/>
                    </a:lnTo>
                    <a:lnTo>
                      <a:pt x="149" y="446"/>
                    </a:lnTo>
                    <a:cubicBezTo>
                      <a:pt x="149" y="446"/>
                      <a:pt x="178" y="446"/>
                      <a:pt x="178" y="418"/>
                    </a:cubicBezTo>
                    <a:lnTo>
                      <a:pt x="206" y="418"/>
                    </a:lnTo>
                    <a:lnTo>
                      <a:pt x="206" y="354"/>
                    </a:lnTo>
                    <a:lnTo>
                      <a:pt x="178" y="354"/>
                    </a:lnTo>
                    <a:lnTo>
                      <a:pt x="149" y="326"/>
                    </a:lnTo>
                    <a:lnTo>
                      <a:pt x="149" y="297"/>
                    </a:lnTo>
                    <a:lnTo>
                      <a:pt x="149" y="121"/>
                    </a:lnTo>
                    <a:cubicBezTo>
                      <a:pt x="149" y="92"/>
                      <a:pt x="149" y="92"/>
                      <a:pt x="114" y="64"/>
                    </a:cubicBezTo>
                    <a:cubicBezTo>
                      <a:pt x="114" y="64"/>
                      <a:pt x="114" y="36"/>
                      <a:pt x="86" y="36"/>
                    </a:cubicBez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71"/>
              <p:cNvSpPr/>
              <p:nvPr/>
            </p:nvSpPr>
            <p:spPr>
              <a:xfrm>
                <a:off x="5121650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42" y="1"/>
                    </a:moveTo>
                    <a:lnTo>
                      <a:pt x="142" y="177"/>
                    </a:lnTo>
                    <a:lnTo>
                      <a:pt x="1" y="177"/>
                    </a:lnTo>
                    <a:lnTo>
                      <a:pt x="1" y="234"/>
                    </a:lnTo>
                    <a:lnTo>
                      <a:pt x="142" y="234"/>
                    </a:lnTo>
                    <a:lnTo>
                      <a:pt x="142" y="411"/>
                    </a:lnTo>
                    <a:lnTo>
                      <a:pt x="234" y="411"/>
                    </a:lnTo>
                    <a:lnTo>
                      <a:pt x="234" y="234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234" y="177"/>
                    </a:lnTo>
                    <a:lnTo>
                      <a:pt x="23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71"/>
              <p:cNvSpPr/>
              <p:nvPr/>
            </p:nvSpPr>
            <p:spPr>
              <a:xfrm>
                <a:off x="5134050" y="2385550"/>
                <a:ext cx="9750" cy="13975"/>
              </a:xfrm>
              <a:custGeom>
                <a:avLst/>
                <a:gdLst/>
                <a:ahLst/>
                <a:cxnLst/>
                <a:rect l="l" t="t" r="r" b="b"/>
                <a:pathLst>
                  <a:path w="390" h="559" extrusionOk="0">
                    <a:moveTo>
                      <a:pt x="212" y="0"/>
                    </a:moveTo>
                    <a:cubicBezTo>
                      <a:pt x="177" y="0"/>
                      <a:pt x="177" y="28"/>
                      <a:pt x="149" y="28"/>
                    </a:cubicBezTo>
                    <a:cubicBezTo>
                      <a:pt x="120" y="28"/>
                      <a:pt x="92" y="28"/>
                      <a:pt x="92" y="57"/>
                    </a:cubicBezTo>
                    <a:lnTo>
                      <a:pt x="0" y="57"/>
                    </a:lnTo>
                    <a:lnTo>
                      <a:pt x="0" y="113"/>
                    </a:lnTo>
                    <a:lnTo>
                      <a:pt x="149" y="113"/>
                    </a:lnTo>
                    <a:lnTo>
                      <a:pt x="149" y="502"/>
                    </a:lnTo>
                    <a:lnTo>
                      <a:pt x="0" y="502"/>
                    </a:lnTo>
                    <a:lnTo>
                      <a:pt x="0" y="559"/>
                    </a:lnTo>
                    <a:lnTo>
                      <a:pt x="389" y="559"/>
                    </a:lnTo>
                    <a:lnTo>
                      <a:pt x="389" y="502"/>
                    </a:lnTo>
                    <a:lnTo>
                      <a:pt x="241" y="502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71"/>
              <p:cNvSpPr/>
              <p:nvPr/>
            </p:nvSpPr>
            <p:spPr>
              <a:xfrm>
                <a:off x="514517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63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63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86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86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86" y="29"/>
                      <a:pt x="57" y="57"/>
                      <a:pt x="57" y="57"/>
                    </a:cubicBezTo>
                    <a:cubicBezTo>
                      <a:pt x="29" y="86"/>
                      <a:pt x="29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29" y="496"/>
                      <a:pt x="29" y="531"/>
                      <a:pt x="57" y="560"/>
                    </a:cubicBezTo>
                    <a:cubicBezTo>
                      <a:pt x="57" y="560"/>
                      <a:pt x="86" y="588"/>
                      <a:pt x="121" y="588"/>
                    </a:cubicBezTo>
                    <a:cubicBezTo>
                      <a:pt x="149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83" y="496"/>
                      <a:pt x="383" y="439"/>
                    </a:cubicBezTo>
                    <a:cubicBezTo>
                      <a:pt x="383" y="411"/>
                      <a:pt x="411" y="354"/>
                      <a:pt x="411" y="291"/>
                    </a:cubicBezTo>
                    <a:cubicBezTo>
                      <a:pt x="411" y="234"/>
                      <a:pt x="383" y="206"/>
                      <a:pt x="383" y="178"/>
                    </a:cubicBezTo>
                    <a:cubicBezTo>
                      <a:pt x="383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Google Shape;2726;p71"/>
              <p:cNvSpPr/>
              <p:nvPr/>
            </p:nvSpPr>
            <p:spPr>
              <a:xfrm>
                <a:off x="5157025" y="2384825"/>
                <a:ext cx="10300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617" extrusionOk="0">
                    <a:moveTo>
                      <a:pt x="206" y="57"/>
                    </a:moveTo>
                    <a:cubicBezTo>
                      <a:pt x="234" y="57"/>
                      <a:pt x="263" y="86"/>
                      <a:pt x="291" y="86"/>
                    </a:cubicBezTo>
                    <a:cubicBezTo>
                      <a:pt x="291" y="114"/>
                      <a:pt x="319" y="142"/>
                      <a:pt x="319" y="178"/>
                    </a:cubicBezTo>
                    <a:lnTo>
                      <a:pt x="319" y="291"/>
                    </a:lnTo>
                    <a:lnTo>
                      <a:pt x="319" y="319"/>
                    </a:lnTo>
                    <a:lnTo>
                      <a:pt x="319" y="439"/>
                    </a:lnTo>
                    <a:cubicBezTo>
                      <a:pt x="319" y="468"/>
                      <a:pt x="291" y="496"/>
                      <a:pt x="291" y="531"/>
                    </a:cubicBezTo>
                    <a:cubicBezTo>
                      <a:pt x="263" y="531"/>
                      <a:pt x="234" y="560"/>
                      <a:pt x="206" y="560"/>
                    </a:cubicBezTo>
                    <a:cubicBezTo>
                      <a:pt x="178" y="560"/>
                      <a:pt x="142" y="531"/>
                      <a:pt x="142" y="531"/>
                    </a:cubicBezTo>
                    <a:cubicBezTo>
                      <a:pt x="114" y="496"/>
                      <a:pt x="114" y="468"/>
                      <a:pt x="86" y="439"/>
                    </a:cubicBezTo>
                    <a:lnTo>
                      <a:pt x="86" y="319"/>
                    </a:lnTo>
                    <a:lnTo>
                      <a:pt x="86" y="291"/>
                    </a:lnTo>
                    <a:lnTo>
                      <a:pt x="86" y="178"/>
                    </a:lnTo>
                    <a:cubicBezTo>
                      <a:pt x="114" y="142"/>
                      <a:pt x="114" y="114"/>
                      <a:pt x="142" y="86"/>
                    </a:cubicBezTo>
                    <a:cubicBezTo>
                      <a:pt x="142" y="86"/>
                      <a:pt x="178" y="57"/>
                      <a:pt x="206" y="57"/>
                    </a:cubicBezTo>
                    <a:close/>
                    <a:moveTo>
                      <a:pt x="206" y="1"/>
                    </a:moveTo>
                    <a:cubicBezTo>
                      <a:pt x="178" y="1"/>
                      <a:pt x="142" y="1"/>
                      <a:pt x="114" y="29"/>
                    </a:cubicBezTo>
                    <a:cubicBezTo>
                      <a:pt x="114" y="29"/>
                      <a:pt x="86" y="57"/>
                      <a:pt x="57" y="57"/>
                    </a:cubicBezTo>
                    <a:cubicBezTo>
                      <a:pt x="57" y="86"/>
                      <a:pt x="29" y="114"/>
                      <a:pt x="29" y="178"/>
                    </a:cubicBezTo>
                    <a:cubicBezTo>
                      <a:pt x="29" y="206"/>
                      <a:pt x="1" y="234"/>
                      <a:pt x="1" y="291"/>
                    </a:cubicBezTo>
                    <a:cubicBezTo>
                      <a:pt x="1" y="354"/>
                      <a:pt x="29" y="411"/>
                      <a:pt x="29" y="439"/>
                    </a:cubicBezTo>
                    <a:cubicBezTo>
                      <a:pt x="29" y="496"/>
                      <a:pt x="57" y="531"/>
                      <a:pt x="57" y="560"/>
                    </a:cubicBezTo>
                    <a:cubicBezTo>
                      <a:pt x="86" y="560"/>
                      <a:pt x="114" y="588"/>
                      <a:pt x="114" y="588"/>
                    </a:cubicBezTo>
                    <a:cubicBezTo>
                      <a:pt x="142" y="616"/>
                      <a:pt x="178" y="616"/>
                      <a:pt x="206" y="616"/>
                    </a:cubicBezTo>
                    <a:cubicBezTo>
                      <a:pt x="234" y="616"/>
                      <a:pt x="263" y="616"/>
                      <a:pt x="291" y="588"/>
                    </a:cubicBezTo>
                    <a:cubicBezTo>
                      <a:pt x="319" y="588"/>
                      <a:pt x="355" y="560"/>
                      <a:pt x="355" y="560"/>
                    </a:cubicBezTo>
                    <a:cubicBezTo>
                      <a:pt x="383" y="531"/>
                      <a:pt x="383" y="496"/>
                      <a:pt x="411" y="439"/>
                    </a:cubicBezTo>
                    <a:lnTo>
                      <a:pt x="411" y="291"/>
                    </a:lnTo>
                    <a:lnTo>
                      <a:pt x="411" y="178"/>
                    </a:lnTo>
                    <a:cubicBezTo>
                      <a:pt x="383" y="114"/>
                      <a:pt x="383" y="86"/>
                      <a:pt x="355" y="57"/>
                    </a:cubicBezTo>
                    <a:cubicBezTo>
                      <a:pt x="355" y="57"/>
                      <a:pt x="319" y="29"/>
                      <a:pt x="291" y="29"/>
                    </a:cubicBezTo>
                    <a:cubicBezTo>
                      <a:pt x="263" y="1"/>
                      <a:pt x="234" y="1"/>
                      <a:pt x="20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Google Shape;2727;p71"/>
              <p:cNvSpPr/>
              <p:nvPr/>
            </p:nvSpPr>
            <p:spPr>
              <a:xfrm>
                <a:off x="5173825" y="2384825"/>
                <a:ext cx="10475" cy="1542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617" extrusionOk="0">
                    <a:moveTo>
                      <a:pt x="213" y="57"/>
                    </a:moveTo>
                    <a:cubicBezTo>
                      <a:pt x="241" y="57"/>
                      <a:pt x="270" y="86"/>
                      <a:pt x="270" y="86"/>
                    </a:cubicBezTo>
                    <a:cubicBezTo>
                      <a:pt x="298" y="114"/>
                      <a:pt x="298" y="142"/>
                      <a:pt x="326" y="178"/>
                    </a:cubicBezTo>
                    <a:lnTo>
                      <a:pt x="326" y="291"/>
                    </a:lnTo>
                    <a:lnTo>
                      <a:pt x="326" y="319"/>
                    </a:lnTo>
                    <a:lnTo>
                      <a:pt x="326" y="439"/>
                    </a:lnTo>
                    <a:cubicBezTo>
                      <a:pt x="298" y="468"/>
                      <a:pt x="298" y="496"/>
                      <a:pt x="270" y="531"/>
                    </a:cubicBezTo>
                    <a:cubicBezTo>
                      <a:pt x="270" y="531"/>
                      <a:pt x="241" y="560"/>
                      <a:pt x="213" y="560"/>
                    </a:cubicBezTo>
                    <a:cubicBezTo>
                      <a:pt x="178" y="560"/>
                      <a:pt x="149" y="531"/>
                      <a:pt x="121" y="531"/>
                    </a:cubicBezTo>
                    <a:cubicBezTo>
                      <a:pt x="121" y="496"/>
                      <a:pt x="93" y="468"/>
                      <a:pt x="93" y="439"/>
                    </a:cubicBezTo>
                    <a:lnTo>
                      <a:pt x="93" y="319"/>
                    </a:lnTo>
                    <a:lnTo>
                      <a:pt x="93" y="291"/>
                    </a:lnTo>
                    <a:lnTo>
                      <a:pt x="93" y="178"/>
                    </a:lnTo>
                    <a:cubicBezTo>
                      <a:pt x="93" y="142"/>
                      <a:pt x="121" y="114"/>
                      <a:pt x="121" y="86"/>
                    </a:cubicBezTo>
                    <a:cubicBezTo>
                      <a:pt x="149" y="86"/>
                      <a:pt x="178" y="57"/>
                      <a:pt x="213" y="57"/>
                    </a:cubicBezTo>
                    <a:close/>
                    <a:moveTo>
                      <a:pt x="213" y="1"/>
                    </a:moveTo>
                    <a:cubicBezTo>
                      <a:pt x="178" y="1"/>
                      <a:pt x="149" y="1"/>
                      <a:pt x="121" y="29"/>
                    </a:cubicBezTo>
                    <a:cubicBezTo>
                      <a:pt x="93" y="29"/>
                      <a:pt x="65" y="57"/>
                      <a:pt x="65" y="57"/>
                    </a:cubicBezTo>
                    <a:cubicBezTo>
                      <a:pt x="36" y="86"/>
                      <a:pt x="36" y="114"/>
                      <a:pt x="1" y="178"/>
                    </a:cubicBezTo>
                    <a:lnTo>
                      <a:pt x="1" y="291"/>
                    </a:lnTo>
                    <a:lnTo>
                      <a:pt x="1" y="439"/>
                    </a:lnTo>
                    <a:cubicBezTo>
                      <a:pt x="36" y="496"/>
                      <a:pt x="36" y="531"/>
                      <a:pt x="65" y="560"/>
                    </a:cubicBezTo>
                    <a:cubicBezTo>
                      <a:pt x="65" y="560"/>
                      <a:pt x="93" y="588"/>
                      <a:pt x="121" y="588"/>
                    </a:cubicBezTo>
                    <a:cubicBezTo>
                      <a:pt x="149" y="616"/>
                      <a:pt x="178" y="616"/>
                      <a:pt x="213" y="616"/>
                    </a:cubicBezTo>
                    <a:cubicBezTo>
                      <a:pt x="241" y="616"/>
                      <a:pt x="270" y="616"/>
                      <a:pt x="298" y="588"/>
                    </a:cubicBezTo>
                    <a:cubicBezTo>
                      <a:pt x="298" y="588"/>
                      <a:pt x="326" y="560"/>
                      <a:pt x="355" y="560"/>
                    </a:cubicBezTo>
                    <a:cubicBezTo>
                      <a:pt x="355" y="531"/>
                      <a:pt x="390" y="496"/>
                      <a:pt x="390" y="439"/>
                    </a:cubicBezTo>
                    <a:cubicBezTo>
                      <a:pt x="390" y="411"/>
                      <a:pt x="418" y="354"/>
                      <a:pt x="418" y="291"/>
                    </a:cubicBezTo>
                    <a:cubicBezTo>
                      <a:pt x="418" y="234"/>
                      <a:pt x="390" y="206"/>
                      <a:pt x="390" y="178"/>
                    </a:cubicBezTo>
                    <a:cubicBezTo>
                      <a:pt x="390" y="114"/>
                      <a:pt x="355" y="86"/>
                      <a:pt x="355" y="57"/>
                    </a:cubicBezTo>
                    <a:cubicBezTo>
                      <a:pt x="326" y="57"/>
                      <a:pt x="298" y="29"/>
                      <a:pt x="298" y="29"/>
                    </a:cubicBezTo>
                    <a:cubicBezTo>
                      <a:pt x="270" y="1"/>
                      <a:pt x="241" y="1"/>
                      <a:pt x="2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71"/>
              <p:cNvSpPr/>
              <p:nvPr/>
            </p:nvSpPr>
            <p:spPr>
              <a:xfrm>
                <a:off x="5186400" y="2383950"/>
                <a:ext cx="5150" cy="19300"/>
              </a:xfrm>
              <a:custGeom>
                <a:avLst/>
                <a:gdLst/>
                <a:ahLst/>
                <a:cxnLst/>
                <a:rect l="l" t="t" r="r" b="b"/>
                <a:pathLst>
                  <a:path w="206" h="772" extrusionOk="0">
                    <a:moveTo>
                      <a:pt x="0" y="0"/>
                    </a:moveTo>
                    <a:lnTo>
                      <a:pt x="0" y="64"/>
                    </a:lnTo>
                    <a:lnTo>
                      <a:pt x="64" y="64"/>
                    </a:lnTo>
                    <a:lnTo>
                      <a:pt x="64" y="121"/>
                    </a:lnTo>
                    <a:lnTo>
                      <a:pt x="64" y="297"/>
                    </a:lnTo>
                    <a:cubicBezTo>
                      <a:pt x="64" y="297"/>
                      <a:pt x="64" y="326"/>
                      <a:pt x="92" y="326"/>
                    </a:cubicBezTo>
                    <a:cubicBezTo>
                      <a:pt x="92" y="354"/>
                      <a:pt x="92" y="354"/>
                      <a:pt x="120" y="389"/>
                    </a:cubicBezTo>
                    <a:lnTo>
                      <a:pt x="149" y="389"/>
                    </a:lnTo>
                    <a:cubicBezTo>
                      <a:pt x="120" y="389"/>
                      <a:pt x="92" y="389"/>
                      <a:pt x="92" y="418"/>
                    </a:cubicBezTo>
                    <a:cubicBezTo>
                      <a:pt x="92" y="446"/>
                      <a:pt x="64" y="446"/>
                      <a:pt x="64" y="474"/>
                    </a:cubicBezTo>
                    <a:lnTo>
                      <a:pt x="64" y="680"/>
                    </a:lnTo>
                    <a:lnTo>
                      <a:pt x="64" y="708"/>
                    </a:lnTo>
                    <a:lnTo>
                      <a:pt x="0" y="708"/>
                    </a:lnTo>
                    <a:lnTo>
                      <a:pt x="0" y="771"/>
                    </a:lnTo>
                    <a:lnTo>
                      <a:pt x="28" y="771"/>
                    </a:lnTo>
                    <a:cubicBezTo>
                      <a:pt x="64" y="771"/>
                      <a:pt x="64" y="743"/>
                      <a:pt x="92" y="743"/>
                    </a:cubicBezTo>
                    <a:cubicBezTo>
                      <a:pt x="92" y="743"/>
                      <a:pt x="120" y="743"/>
                      <a:pt x="120" y="708"/>
                    </a:cubicBezTo>
                    <a:lnTo>
                      <a:pt x="120" y="651"/>
                    </a:lnTo>
                    <a:lnTo>
                      <a:pt x="120" y="474"/>
                    </a:lnTo>
                    <a:lnTo>
                      <a:pt x="149" y="446"/>
                    </a:lnTo>
                    <a:lnTo>
                      <a:pt x="177" y="418"/>
                    </a:lnTo>
                    <a:lnTo>
                      <a:pt x="205" y="418"/>
                    </a:lnTo>
                    <a:lnTo>
                      <a:pt x="205" y="354"/>
                    </a:lnTo>
                    <a:lnTo>
                      <a:pt x="177" y="354"/>
                    </a:lnTo>
                    <a:cubicBezTo>
                      <a:pt x="149" y="354"/>
                      <a:pt x="149" y="326"/>
                      <a:pt x="149" y="326"/>
                    </a:cubicBezTo>
                    <a:cubicBezTo>
                      <a:pt x="149" y="326"/>
                      <a:pt x="120" y="326"/>
                      <a:pt x="120" y="297"/>
                    </a:cubicBezTo>
                    <a:lnTo>
                      <a:pt x="120" y="121"/>
                    </a:lnTo>
                    <a:lnTo>
                      <a:pt x="120" y="64"/>
                    </a:lnTo>
                    <a:lnTo>
                      <a:pt x="92" y="36"/>
                    </a:lnTo>
                    <a:cubicBezTo>
                      <a:pt x="64" y="36"/>
                      <a:pt x="64" y="0"/>
                      <a:pt x="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71"/>
              <p:cNvSpPr/>
              <p:nvPr/>
            </p:nvSpPr>
            <p:spPr>
              <a:xfrm>
                <a:off x="5194525" y="2389250"/>
                <a:ext cx="9575" cy="1027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411" extrusionOk="0">
                    <a:moveTo>
                      <a:pt x="1" y="1"/>
                    </a:moveTo>
                    <a:lnTo>
                      <a:pt x="1" y="57"/>
                    </a:lnTo>
                    <a:lnTo>
                      <a:pt x="326" y="206"/>
                    </a:lnTo>
                    <a:lnTo>
                      <a:pt x="1" y="354"/>
                    </a:lnTo>
                    <a:lnTo>
                      <a:pt x="1" y="411"/>
                    </a:lnTo>
                    <a:lnTo>
                      <a:pt x="383" y="234"/>
                    </a:lnTo>
                    <a:lnTo>
                      <a:pt x="383" y="17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30" name="Google Shape;2730;p71"/>
            <p:cNvGrpSpPr/>
            <p:nvPr/>
          </p:nvGrpSpPr>
          <p:grpSpPr>
            <a:xfrm>
              <a:off x="3389518" y="1847357"/>
              <a:ext cx="2195785" cy="2992033"/>
              <a:chOff x="4587375" y="2902200"/>
              <a:chExt cx="521750" cy="710950"/>
            </a:xfrm>
          </p:grpSpPr>
          <p:sp>
            <p:nvSpPr>
              <p:cNvPr id="2731" name="Google Shape;2731;p71"/>
              <p:cNvSpPr/>
              <p:nvPr/>
            </p:nvSpPr>
            <p:spPr>
              <a:xfrm>
                <a:off x="4587375" y="2902200"/>
                <a:ext cx="521750" cy="710950"/>
              </a:xfrm>
              <a:custGeom>
                <a:avLst/>
                <a:gdLst/>
                <a:ahLst/>
                <a:cxnLst/>
                <a:rect l="l" t="t" r="r" b="b"/>
                <a:pathLst>
                  <a:path w="20870" h="28438" extrusionOk="0">
                    <a:moveTo>
                      <a:pt x="1050" y="0"/>
                    </a:moveTo>
                    <a:cubicBezTo>
                      <a:pt x="906" y="0"/>
                      <a:pt x="764" y="37"/>
                      <a:pt x="644" y="111"/>
                    </a:cubicBezTo>
                    <a:cubicBezTo>
                      <a:pt x="0" y="493"/>
                      <a:pt x="262" y="1321"/>
                      <a:pt x="559" y="1852"/>
                    </a:cubicBezTo>
                    <a:cubicBezTo>
                      <a:pt x="2151" y="4597"/>
                      <a:pt x="3743" y="7363"/>
                      <a:pt x="5334" y="10136"/>
                    </a:cubicBezTo>
                    <a:cubicBezTo>
                      <a:pt x="4889" y="9400"/>
                      <a:pt x="3976" y="8629"/>
                      <a:pt x="3297" y="8134"/>
                    </a:cubicBezTo>
                    <a:cubicBezTo>
                      <a:pt x="2766" y="7745"/>
                      <a:pt x="2208" y="7391"/>
                      <a:pt x="1564" y="7250"/>
                    </a:cubicBezTo>
                    <a:cubicBezTo>
                      <a:pt x="1437" y="7223"/>
                      <a:pt x="1276" y="7205"/>
                      <a:pt x="1107" y="7205"/>
                    </a:cubicBezTo>
                    <a:cubicBezTo>
                      <a:pt x="681" y="7205"/>
                      <a:pt x="210" y="7324"/>
                      <a:pt x="149" y="7745"/>
                    </a:cubicBezTo>
                    <a:cubicBezTo>
                      <a:pt x="114" y="7922"/>
                      <a:pt x="149" y="8098"/>
                      <a:pt x="262" y="8247"/>
                    </a:cubicBezTo>
                    <a:cubicBezTo>
                      <a:pt x="354" y="8396"/>
                      <a:pt x="467" y="8516"/>
                      <a:pt x="588" y="8664"/>
                    </a:cubicBezTo>
                    <a:cubicBezTo>
                      <a:pt x="1415" y="9485"/>
                      <a:pt x="2208" y="10369"/>
                      <a:pt x="2887" y="11346"/>
                    </a:cubicBezTo>
                    <a:cubicBezTo>
                      <a:pt x="3743" y="12492"/>
                      <a:pt x="4507" y="13758"/>
                      <a:pt x="5334" y="14939"/>
                    </a:cubicBezTo>
                    <a:cubicBezTo>
                      <a:pt x="6190" y="16149"/>
                      <a:pt x="7223" y="17062"/>
                      <a:pt x="8164" y="18151"/>
                    </a:cubicBezTo>
                    <a:cubicBezTo>
                      <a:pt x="9077" y="19184"/>
                      <a:pt x="9374" y="21045"/>
                      <a:pt x="9812" y="22339"/>
                    </a:cubicBezTo>
                    <a:cubicBezTo>
                      <a:pt x="10138" y="23280"/>
                      <a:pt x="10492" y="24228"/>
                      <a:pt x="10817" y="25197"/>
                    </a:cubicBezTo>
                    <a:cubicBezTo>
                      <a:pt x="11079" y="25997"/>
                      <a:pt x="11256" y="27143"/>
                      <a:pt x="11786" y="27822"/>
                    </a:cubicBezTo>
                    <a:cubicBezTo>
                      <a:pt x="12131" y="28292"/>
                      <a:pt x="12755" y="28438"/>
                      <a:pt x="13443" y="28438"/>
                    </a:cubicBezTo>
                    <a:cubicBezTo>
                      <a:pt x="14349" y="28438"/>
                      <a:pt x="15367" y="28184"/>
                      <a:pt x="16003" y="28084"/>
                    </a:cubicBezTo>
                    <a:cubicBezTo>
                      <a:pt x="16271" y="28027"/>
                      <a:pt x="16448" y="27999"/>
                      <a:pt x="16505" y="27999"/>
                    </a:cubicBezTo>
                    <a:cubicBezTo>
                      <a:pt x="17658" y="27850"/>
                      <a:pt x="20367" y="27376"/>
                      <a:pt x="20573" y="25905"/>
                    </a:cubicBezTo>
                    <a:cubicBezTo>
                      <a:pt x="20629" y="25466"/>
                      <a:pt x="20870" y="24900"/>
                      <a:pt x="20749" y="24461"/>
                    </a:cubicBezTo>
                    <a:cubicBezTo>
                      <a:pt x="19603" y="20896"/>
                      <a:pt x="17715" y="17621"/>
                      <a:pt x="16151" y="14232"/>
                    </a:cubicBezTo>
                    <a:cubicBezTo>
                      <a:pt x="16066" y="14027"/>
                      <a:pt x="15974" y="13822"/>
                      <a:pt x="15918" y="13581"/>
                    </a:cubicBezTo>
                    <a:cubicBezTo>
                      <a:pt x="15889" y="13348"/>
                      <a:pt x="15889" y="13114"/>
                      <a:pt x="15889" y="12874"/>
                    </a:cubicBezTo>
                    <a:cubicBezTo>
                      <a:pt x="15854" y="12435"/>
                      <a:pt x="15741" y="12053"/>
                      <a:pt x="15592" y="11636"/>
                    </a:cubicBezTo>
                    <a:cubicBezTo>
                      <a:pt x="14941" y="9690"/>
                      <a:pt x="14206" y="7780"/>
                      <a:pt x="13144" y="6040"/>
                    </a:cubicBezTo>
                    <a:cubicBezTo>
                      <a:pt x="12791" y="5481"/>
                      <a:pt x="12260" y="4773"/>
                      <a:pt x="11786" y="4300"/>
                    </a:cubicBezTo>
                    <a:cubicBezTo>
                      <a:pt x="11553" y="4066"/>
                      <a:pt x="11291" y="3854"/>
                      <a:pt x="10937" y="3797"/>
                    </a:cubicBezTo>
                    <a:cubicBezTo>
                      <a:pt x="10928" y="3795"/>
                      <a:pt x="10915" y="3794"/>
                      <a:pt x="10899" y="3794"/>
                    </a:cubicBezTo>
                    <a:cubicBezTo>
                      <a:pt x="10691" y="3794"/>
                      <a:pt x="9933" y="3946"/>
                      <a:pt x="9933" y="3946"/>
                    </a:cubicBezTo>
                    <a:cubicBezTo>
                      <a:pt x="9579" y="3592"/>
                      <a:pt x="9282" y="3387"/>
                      <a:pt x="8751" y="3323"/>
                    </a:cubicBezTo>
                    <a:cubicBezTo>
                      <a:pt x="8680" y="3315"/>
                      <a:pt x="8608" y="3311"/>
                      <a:pt x="8535" y="3311"/>
                    </a:cubicBezTo>
                    <a:cubicBezTo>
                      <a:pt x="8100" y="3311"/>
                      <a:pt x="7656" y="3452"/>
                      <a:pt x="7280" y="3677"/>
                    </a:cubicBezTo>
                    <a:cubicBezTo>
                      <a:pt x="7011" y="3323"/>
                      <a:pt x="6601" y="3090"/>
                      <a:pt x="6162" y="3033"/>
                    </a:cubicBezTo>
                    <a:cubicBezTo>
                      <a:pt x="6123" y="3030"/>
                      <a:pt x="6084" y="3029"/>
                      <a:pt x="6045" y="3029"/>
                    </a:cubicBezTo>
                    <a:cubicBezTo>
                      <a:pt x="5693" y="3029"/>
                      <a:pt x="5337" y="3145"/>
                      <a:pt x="5101" y="3387"/>
                    </a:cubicBezTo>
                    <a:cubicBezTo>
                      <a:pt x="4952" y="3500"/>
                      <a:pt x="4804" y="3677"/>
                      <a:pt x="4776" y="3854"/>
                    </a:cubicBezTo>
                    <a:cubicBezTo>
                      <a:pt x="4748" y="3916"/>
                      <a:pt x="4801" y="4357"/>
                      <a:pt x="4778" y="4357"/>
                    </a:cubicBezTo>
                    <a:cubicBezTo>
                      <a:pt x="4777" y="4357"/>
                      <a:pt x="4776" y="4357"/>
                      <a:pt x="4776" y="4356"/>
                    </a:cubicBezTo>
                    <a:cubicBezTo>
                      <a:pt x="4478" y="4271"/>
                      <a:pt x="4330" y="3974"/>
                      <a:pt x="4181" y="3712"/>
                    </a:cubicBezTo>
                    <a:cubicBezTo>
                      <a:pt x="3538" y="2588"/>
                      <a:pt x="2830" y="1555"/>
                      <a:pt x="2002" y="557"/>
                    </a:cubicBezTo>
                    <a:cubicBezTo>
                      <a:pt x="1826" y="380"/>
                      <a:pt x="1677" y="203"/>
                      <a:pt x="1472" y="111"/>
                    </a:cubicBezTo>
                    <a:cubicBezTo>
                      <a:pt x="1341" y="37"/>
                      <a:pt x="1194" y="0"/>
                      <a:pt x="1050" y="0"/>
                    </a:cubicBezTo>
                    <a:close/>
                  </a:path>
                </a:pathLst>
              </a:custGeom>
              <a:solidFill>
                <a:srgbClr val="E958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71"/>
              <p:cNvSpPr/>
              <p:nvPr/>
            </p:nvSpPr>
            <p:spPr>
              <a:xfrm>
                <a:off x="4705150" y="3009850"/>
                <a:ext cx="53100" cy="93400"/>
              </a:xfrm>
              <a:custGeom>
                <a:avLst/>
                <a:gdLst/>
                <a:ahLst/>
                <a:cxnLst/>
                <a:rect l="l" t="t" r="r" b="b"/>
                <a:pathLst>
                  <a:path w="2124" h="3736" extrusionOk="0">
                    <a:moveTo>
                      <a:pt x="79" y="1"/>
                    </a:moveTo>
                    <a:cubicBezTo>
                      <a:pt x="65" y="1"/>
                      <a:pt x="50" y="8"/>
                      <a:pt x="36" y="22"/>
                    </a:cubicBezTo>
                    <a:cubicBezTo>
                      <a:pt x="1" y="22"/>
                      <a:pt x="1" y="50"/>
                      <a:pt x="1" y="78"/>
                    </a:cubicBezTo>
                    <a:cubicBezTo>
                      <a:pt x="355" y="758"/>
                      <a:pt x="708" y="1352"/>
                      <a:pt x="1005" y="1911"/>
                    </a:cubicBezTo>
                    <a:cubicBezTo>
                      <a:pt x="1331" y="2441"/>
                      <a:pt x="1656" y="3028"/>
                      <a:pt x="2010" y="3708"/>
                    </a:cubicBezTo>
                    <a:cubicBezTo>
                      <a:pt x="2038" y="3708"/>
                      <a:pt x="2038" y="3736"/>
                      <a:pt x="2067" y="3736"/>
                    </a:cubicBezTo>
                    <a:cubicBezTo>
                      <a:pt x="2067" y="3736"/>
                      <a:pt x="2095" y="3736"/>
                      <a:pt x="2095" y="3708"/>
                    </a:cubicBezTo>
                    <a:cubicBezTo>
                      <a:pt x="2123" y="3708"/>
                      <a:pt x="2123" y="3679"/>
                      <a:pt x="2123" y="3651"/>
                    </a:cubicBezTo>
                    <a:cubicBezTo>
                      <a:pt x="1769" y="2972"/>
                      <a:pt x="1451" y="2378"/>
                      <a:pt x="1126" y="1847"/>
                    </a:cubicBezTo>
                    <a:cubicBezTo>
                      <a:pt x="800" y="1288"/>
                      <a:pt x="475" y="701"/>
                      <a:pt x="121" y="22"/>
                    </a:cubicBezTo>
                    <a:cubicBezTo>
                      <a:pt x="107" y="8"/>
                      <a:pt x="93" y="1"/>
                      <a:pt x="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71"/>
              <p:cNvSpPr/>
              <p:nvPr/>
            </p:nvSpPr>
            <p:spPr>
              <a:xfrm>
                <a:off x="4770075" y="2992700"/>
                <a:ext cx="50950" cy="94275"/>
              </a:xfrm>
              <a:custGeom>
                <a:avLst/>
                <a:gdLst/>
                <a:ahLst/>
                <a:cxnLst/>
                <a:rect l="l" t="t" r="r" b="b"/>
                <a:pathLst>
                  <a:path w="2038" h="3771" extrusionOk="0">
                    <a:moveTo>
                      <a:pt x="28" y="0"/>
                    </a:moveTo>
                    <a:cubicBezTo>
                      <a:pt x="0" y="29"/>
                      <a:pt x="0" y="57"/>
                      <a:pt x="0" y="92"/>
                    </a:cubicBezTo>
                    <a:cubicBezTo>
                      <a:pt x="651" y="1153"/>
                      <a:pt x="1387" y="2420"/>
                      <a:pt x="1917" y="3743"/>
                    </a:cubicBezTo>
                    <a:cubicBezTo>
                      <a:pt x="1946" y="3771"/>
                      <a:pt x="1946" y="3771"/>
                      <a:pt x="1974" y="3771"/>
                    </a:cubicBezTo>
                    <a:lnTo>
                      <a:pt x="2002" y="3771"/>
                    </a:lnTo>
                    <a:cubicBezTo>
                      <a:pt x="2038" y="3771"/>
                      <a:pt x="2038" y="3714"/>
                      <a:pt x="2038" y="3686"/>
                    </a:cubicBezTo>
                    <a:cubicBezTo>
                      <a:pt x="1507" y="2392"/>
                      <a:pt x="764" y="1090"/>
                      <a:pt x="120" y="29"/>
                    </a:cubicBezTo>
                    <a:cubicBezTo>
                      <a:pt x="92" y="0"/>
                      <a:pt x="57" y="0"/>
                      <a:pt x="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71"/>
              <p:cNvSpPr/>
              <p:nvPr/>
            </p:nvSpPr>
            <p:spPr>
              <a:xfrm>
                <a:off x="4834275" y="2999600"/>
                <a:ext cx="44225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3411" extrusionOk="0">
                    <a:moveTo>
                      <a:pt x="67" y="0"/>
                    </a:moveTo>
                    <a:cubicBezTo>
                      <a:pt x="57" y="0"/>
                      <a:pt x="43" y="7"/>
                      <a:pt x="28" y="21"/>
                    </a:cubicBezTo>
                    <a:cubicBezTo>
                      <a:pt x="0" y="21"/>
                      <a:pt x="0" y="78"/>
                      <a:pt x="0" y="106"/>
                    </a:cubicBezTo>
                    <a:cubicBezTo>
                      <a:pt x="644" y="991"/>
                      <a:pt x="1146" y="2024"/>
                      <a:pt x="1648" y="3354"/>
                    </a:cubicBezTo>
                    <a:cubicBezTo>
                      <a:pt x="1648" y="3382"/>
                      <a:pt x="1677" y="3410"/>
                      <a:pt x="1677" y="3410"/>
                    </a:cubicBezTo>
                    <a:lnTo>
                      <a:pt x="1705" y="3410"/>
                    </a:lnTo>
                    <a:cubicBezTo>
                      <a:pt x="1733" y="3382"/>
                      <a:pt x="1769" y="3354"/>
                      <a:pt x="1733" y="3318"/>
                    </a:cubicBezTo>
                    <a:cubicBezTo>
                      <a:pt x="1266" y="1995"/>
                      <a:pt x="736" y="934"/>
                      <a:pt x="85" y="21"/>
                    </a:cubicBezTo>
                    <a:cubicBezTo>
                      <a:pt x="85" y="7"/>
                      <a:pt x="78" y="0"/>
                      <a:pt x="6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71"/>
              <p:cNvSpPr/>
              <p:nvPr/>
            </p:nvSpPr>
            <p:spPr>
              <a:xfrm>
                <a:off x="4711875" y="3143725"/>
                <a:ext cx="35400" cy="54675"/>
              </a:xfrm>
              <a:custGeom>
                <a:avLst/>
                <a:gdLst/>
                <a:ahLst/>
                <a:cxnLst/>
                <a:rect l="l" t="t" r="r" b="b"/>
                <a:pathLst>
                  <a:path w="1416" h="2187" extrusionOk="0">
                    <a:moveTo>
                      <a:pt x="29" y="1"/>
                    </a:moveTo>
                    <a:cubicBezTo>
                      <a:pt x="1" y="29"/>
                      <a:pt x="1" y="65"/>
                      <a:pt x="1" y="93"/>
                    </a:cubicBezTo>
                    <a:cubicBezTo>
                      <a:pt x="262" y="475"/>
                      <a:pt x="531" y="885"/>
                      <a:pt x="793" y="1303"/>
                    </a:cubicBezTo>
                    <a:cubicBezTo>
                      <a:pt x="942" y="1593"/>
                      <a:pt x="1118" y="1890"/>
                      <a:pt x="1295" y="2151"/>
                    </a:cubicBezTo>
                    <a:cubicBezTo>
                      <a:pt x="1324" y="2187"/>
                      <a:pt x="1324" y="2187"/>
                      <a:pt x="1359" y="2187"/>
                    </a:cubicBezTo>
                    <a:lnTo>
                      <a:pt x="1387" y="2187"/>
                    </a:lnTo>
                    <a:cubicBezTo>
                      <a:pt x="1416" y="2151"/>
                      <a:pt x="1416" y="2123"/>
                      <a:pt x="1416" y="2095"/>
                    </a:cubicBezTo>
                    <a:cubicBezTo>
                      <a:pt x="1239" y="1833"/>
                      <a:pt x="1062" y="1536"/>
                      <a:pt x="885" y="1239"/>
                    </a:cubicBezTo>
                    <a:cubicBezTo>
                      <a:pt x="616" y="800"/>
                      <a:pt x="354" y="383"/>
                      <a:pt x="86" y="29"/>
                    </a:cubicBezTo>
                    <a:cubicBezTo>
                      <a:pt x="86" y="1"/>
                      <a:pt x="57" y="1"/>
                      <a:pt x="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71"/>
              <p:cNvSpPr/>
              <p:nvPr/>
            </p:nvSpPr>
            <p:spPr>
              <a:xfrm>
                <a:off x="4765650" y="3147625"/>
                <a:ext cx="11875" cy="145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581" extrusionOk="0">
                    <a:moveTo>
                      <a:pt x="44" y="1"/>
                    </a:moveTo>
                    <a:cubicBezTo>
                      <a:pt x="29" y="1"/>
                      <a:pt x="14" y="8"/>
                      <a:pt x="0" y="22"/>
                    </a:cubicBezTo>
                    <a:lnTo>
                      <a:pt x="0" y="114"/>
                    </a:lnTo>
                    <a:cubicBezTo>
                      <a:pt x="121" y="199"/>
                      <a:pt x="149" y="262"/>
                      <a:pt x="177" y="319"/>
                    </a:cubicBezTo>
                    <a:cubicBezTo>
                      <a:pt x="205" y="375"/>
                      <a:pt x="234" y="439"/>
                      <a:pt x="382" y="552"/>
                    </a:cubicBezTo>
                    <a:cubicBezTo>
                      <a:pt x="382" y="581"/>
                      <a:pt x="411" y="581"/>
                      <a:pt x="411" y="581"/>
                    </a:cubicBezTo>
                    <a:cubicBezTo>
                      <a:pt x="446" y="581"/>
                      <a:pt x="446" y="581"/>
                      <a:pt x="446" y="552"/>
                    </a:cubicBezTo>
                    <a:cubicBezTo>
                      <a:pt x="474" y="524"/>
                      <a:pt x="474" y="496"/>
                      <a:pt x="446" y="467"/>
                    </a:cubicBezTo>
                    <a:cubicBezTo>
                      <a:pt x="354" y="375"/>
                      <a:pt x="326" y="319"/>
                      <a:pt x="297" y="262"/>
                    </a:cubicBezTo>
                    <a:cubicBezTo>
                      <a:pt x="269" y="199"/>
                      <a:pt x="234" y="142"/>
                      <a:pt x="92" y="22"/>
                    </a:cubicBezTo>
                    <a:cubicBezTo>
                      <a:pt x="75" y="8"/>
                      <a:pt x="59" y="1"/>
                      <a:pt x="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Google Shape;2737;p71"/>
              <p:cNvSpPr/>
              <p:nvPr/>
            </p:nvSpPr>
            <p:spPr>
              <a:xfrm>
                <a:off x="4807725" y="3132775"/>
                <a:ext cx="10300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412" h="531" extrusionOk="0">
                    <a:moveTo>
                      <a:pt x="29" y="0"/>
                    </a:moveTo>
                    <a:cubicBezTo>
                      <a:pt x="1" y="29"/>
                      <a:pt x="1" y="57"/>
                      <a:pt x="29" y="85"/>
                    </a:cubicBezTo>
                    <a:cubicBezTo>
                      <a:pt x="58" y="149"/>
                      <a:pt x="114" y="234"/>
                      <a:pt x="142" y="290"/>
                    </a:cubicBezTo>
                    <a:cubicBezTo>
                      <a:pt x="206" y="382"/>
                      <a:pt x="263" y="439"/>
                      <a:pt x="291" y="503"/>
                    </a:cubicBezTo>
                    <a:cubicBezTo>
                      <a:pt x="291" y="531"/>
                      <a:pt x="319" y="531"/>
                      <a:pt x="355" y="531"/>
                    </a:cubicBezTo>
                    <a:lnTo>
                      <a:pt x="383" y="531"/>
                    </a:lnTo>
                    <a:cubicBezTo>
                      <a:pt x="411" y="503"/>
                      <a:pt x="411" y="467"/>
                      <a:pt x="383" y="439"/>
                    </a:cubicBezTo>
                    <a:cubicBezTo>
                      <a:pt x="355" y="382"/>
                      <a:pt x="291" y="326"/>
                      <a:pt x="263" y="234"/>
                    </a:cubicBezTo>
                    <a:cubicBezTo>
                      <a:pt x="206" y="149"/>
                      <a:pt x="142" y="85"/>
                      <a:pt x="114" y="29"/>
                    </a:cubicBezTo>
                    <a:cubicBezTo>
                      <a:pt x="86" y="0"/>
                      <a:pt x="58" y="0"/>
                      <a:pt x="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Google Shape;2738;p71"/>
              <p:cNvSpPr/>
              <p:nvPr/>
            </p:nvSpPr>
            <p:spPr>
              <a:xfrm>
                <a:off x="4858500" y="3119500"/>
                <a:ext cx="11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8" extrusionOk="0">
                    <a:moveTo>
                      <a:pt x="57" y="1"/>
                    </a:moveTo>
                    <a:cubicBezTo>
                      <a:pt x="29" y="29"/>
                      <a:pt x="0" y="57"/>
                      <a:pt x="29" y="86"/>
                    </a:cubicBezTo>
                    <a:lnTo>
                      <a:pt x="326" y="560"/>
                    </a:lnTo>
                    <a:cubicBezTo>
                      <a:pt x="354" y="560"/>
                      <a:pt x="354" y="588"/>
                      <a:pt x="382" y="588"/>
                    </a:cubicBezTo>
                    <a:cubicBezTo>
                      <a:pt x="411" y="588"/>
                      <a:pt x="411" y="560"/>
                      <a:pt x="411" y="560"/>
                    </a:cubicBezTo>
                    <a:cubicBezTo>
                      <a:pt x="446" y="560"/>
                      <a:pt x="446" y="503"/>
                      <a:pt x="446" y="468"/>
                    </a:cubicBezTo>
                    <a:lnTo>
                      <a:pt x="121" y="29"/>
                    </a:lnTo>
                    <a:cubicBezTo>
                      <a:pt x="121" y="1"/>
                      <a:pt x="92" y="1"/>
                      <a:pt x="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Google Shape;2739;p71"/>
              <p:cNvSpPr/>
              <p:nvPr/>
            </p:nvSpPr>
            <p:spPr>
              <a:xfrm>
                <a:off x="4905000" y="3110375"/>
                <a:ext cx="7275" cy="14275"/>
              </a:xfrm>
              <a:custGeom>
                <a:avLst/>
                <a:gdLst/>
                <a:ahLst/>
                <a:cxnLst/>
                <a:rect l="l" t="t" r="r" b="b"/>
                <a:pathLst>
                  <a:path w="291" h="571" extrusionOk="0">
                    <a:moveTo>
                      <a:pt x="82" y="0"/>
                    </a:moveTo>
                    <a:cubicBezTo>
                      <a:pt x="74" y="0"/>
                      <a:pt x="66" y="4"/>
                      <a:pt x="57" y="12"/>
                    </a:cubicBezTo>
                    <a:cubicBezTo>
                      <a:pt x="29" y="12"/>
                      <a:pt x="1" y="40"/>
                      <a:pt x="1" y="69"/>
                    </a:cubicBezTo>
                    <a:lnTo>
                      <a:pt x="178" y="543"/>
                    </a:lnTo>
                    <a:cubicBezTo>
                      <a:pt x="178" y="571"/>
                      <a:pt x="206" y="571"/>
                      <a:pt x="234" y="571"/>
                    </a:cubicBezTo>
                    <a:cubicBezTo>
                      <a:pt x="263" y="571"/>
                      <a:pt x="291" y="543"/>
                      <a:pt x="263" y="514"/>
                    </a:cubicBezTo>
                    <a:lnTo>
                      <a:pt x="114" y="40"/>
                    </a:lnTo>
                    <a:cubicBezTo>
                      <a:pt x="114" y="20"/>
                      <a:pt x="100" y="0"/>
                      <a:pt x="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Google Shape;2740;p71"/>
              <p:cNvSpPr/>
              <p:nvPr/>
            </p:nvSpPr>
            <p:spPr>
              <a:xfrm>
                <a:off x="4591800" y="2903950"/>
                <a:ext cx="41225" cy="32700"/>
              </a:xfrm>
              <a:custGeom>
                <a:avLst/>
                <a:gdLst/>
                <a:ahLst/>
                <a:cxnLst/>
                <a:rect l="l" t="t" r="r" b="b"/>
                <a:pathLst>
                  <a:path w="1649" h="1308" extrusionOk="0">
                    <a:moveTo>
                      <a:pt x="1267" y="1"/>
                    </a:moveTo>
                    <a:cubicBezTo>
                      <a:pt x="1257" y="1"/>
                      <a:pt x="1248" y="4"/>
                      <a:pt x="1238" y="13"/>
                    </a:cubicBezTo>
                    <a:cubicBezTo>
                      <a:pt x="1210" y="41"/>
                      <a:pt x="1210" y="70"/>
                      <a:pt x="1238" y="105"/>
                    </a:cubicBezTo>
                    <a:cubicBezTo>
                      <a:pt x="1415" y="339"/>
                      <a:pt x="1500" y="721"/>
                      <a:pt x="1387" y="926"/>
                    </a:cubicBezTo>
                    <a:cubicBezTo>
                      <a:pt x="1295" y="1046"/>
                      <a:pt x="1175" y="1131"/>
                      <a:pt x="1061" y="1166"/>
                    </a:cubicBezTo>
                    <a:cubicBezTo>
                      <a:pt x="1010" y="1186"/>
                      <a:pt x="954" y="1195"/>
                      <a:pt x="898" y="1195"/>
                    </a:cubicBezTo>
                    <a:cubicBezTo>
                      <a:pt x="793" y="1195"/>
                      <a:pt x="684" y="1163"/>
                      <a:pt x="587" y="1103"/>
                    </a:cubicBezTo>
                    <a:cubicBezTo>
                      <a:pt x="439" y="989"/>
                      <a:pt x="205" y="777"/>
                      <a:pt x="113" y="600"/>
                    </a:cubicBezTo>
                    <a:cubicBezTo>
                      <a:pt x="113" y="580"/>
                      <a:pt x="85" y="560"/>
                      <a:pt x="59" y="560"/>
                    </a:cubicBezTo>
                    <a:cubicBezTo>
                      <a:pt x="47" y="560"/>
                      <a:pt x="37" y="564"/>
                      <a:pt x="28" y="572"/>
                    </a:cubicBezTo>
                    <a:cubicBezTo>
                      <a:pt x="0" y="572"/>
                      <a:pt x="0" y="600"/>
                      <a:pt x="0" y="636"/>
                    </a:cubicBezTo>
                    <a:cubicBezTo>
                      <a:pt x="113" y="841"/>
                      <a:pt x="354" y="1074"/>
                      <a:pt x="531" y="1195"/>
                    </a:cubicBezTo>
                    <a:cubicBezTo>
                      <a:pt x="644" y="1279"/>
                      <a:pt x="793" y="1308"/>
                      <a:pt x="913" y="1308"/>
                    </a:cubicBezTo>
                    <a:cubicBezTo>
                      <a:pt x="969" y="1308"/>
                      <a:pt x="1033" y="1308"/>
                      <a:pt x="1090" y="1279"/>
                    </a:cubicBezTo>
                    <a:cubicBezTo>
                      <a:pt x="1238" y="1251"/>
                      <a:pt x="1387" y="1131"/>
                      <a:pt x="1472" y="989"/>
                    </a:cubicBezTo>
                    <a:cubicBezTo>
                      <a:pt x="1649" y="692"/>
                      <a:pt x="1472" y="247"/>
                      <a:pt x="1323" y="13"/>
                    </a:cubicBezTo>
                    <a:cubicBezTo>
                      <a:pt x="1304" y="13"/>
                      <a:pt x="1285" y="1"/>
                      <a:pt x="126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Google Shape;2741;p71"/>
              <p:cNvSpPr/>
              <p:nvPr/>
            </p:nvSpPr>
            <p:spPr>
              <a:xfrm>
                <a:off x="4594625" y="3085950"/>
                <a:ext cx="21425" cy="4082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1633" extrusionOk="0">
                    <a:moveTo>
                      <a:pt x="38" y="1"/>
                    </a:moveTo>
                    <a:cubicBezTo>
                      <a:pt x="18" y="1"/>
                      <a:pt x="0" y="21"/>
                      <a:pt x="0" y="41"/>
                    </a:cubicBezTo>
                    <a:cubicBezTo>
                      <a:pt x="0" y="76"/>
                      <a:pt x="0" y="105"/>
                      <a:pt x="36" y="105"/>
                    </a:cubicBezTo>
                    <a:cubicBezTo>
                      <a:pt x="121" y="133"/>
                      <a:pt x="177" y="253"/>
                      <a:pt x="241" y="310"/>
                    </a:cubicBezTo>
                    <a:cubicBezTo>
                      <a:pt x="326" y="430"/>
                      <a:pt x="418" y="515"/>
                      <a:pt x="503" y="635"/>
                    </a:cubicBezTo>
                    <a:cubicBezTo>
                      <a:pt x="566" y="748"/>
                      <a:pt x="651" y="840"/>
                      <a:pt x="680" y="989"/>
                    </a:cubicBezTo>
                    <a:cubicBezTo>
                      <a:pt x="708" y="1166"/>
                      <a:pt x="680" y="1399"/>
                      <a:pt x="531" y="1548"/>
                    </a:cubicBezTo>
                    <a:lnTo>
                      <a:pt x="531" y="1633"/>
                    </a:lnTo>
                    <a:lnTo>
                      <a:pt x="623" y="1633"/>
                    </a:lnTo>
                    <a:cubicBezTo>
                      <a:pt x="771" y="1456"/>
                      <a:pt x="856" y="1194"/>
                      <a:pt x="800" y="961"/>
                    </a:cubicBezTo>
                    <a:cubicBezTo>
                      <a:pt x="743" y="812"/>
                      <a:pt x="651" y="664"/>
                      <a:pt x="595" y="572"/>
                    </a:cubicBezTo>
                    <a:cubicBezTo>
                      <a:pt x="503" y="458"/>
                      <a:pt x="418" y="338"/>
                      <a:pt x="326" y="253"/>
                    </a:cubicBezTo>
                    <a:cubicBezTo>
                      <a:pt x="269" y="161"/>
                      <a:pt x="177" y="41"/>
                      <a:pt x="64" y="13"/>
                    </a:cubicBezTo>
                    <a:cubicBezTo>
                      <a:pt x="56" y="4"/>
                      <a:pt x="47" y="1"/>
                      <a:pt x="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Google Shape;2742;p71"/>
              <p:cNvSpPr/>
              <p:nvPr/>
            </p:nvSpPr>
            <p:spPr>
              <a:xfrm>
                <a:off x="4651400" y="3161425"/>
                <a:ext cx="17700" cy="12575"/>
              </a:xfrm>
              <a:custGeom>
                <a:avLst/>
                <a:gdLst/>
                <a:ahLst/>
                <a:cxnLst/>
                <a:rect l="l" t="t" r="r" b="b"/>
                <a:pathLst>
                  <a:path w="708" h="503" extrusionOk="0">
                    <a:moveTo>
                      <a:pt x="594" y="0"/>
                    </a:moveTo>
                    <a:cubicBezTo>
                      <a:pt x="446" y="177"/>
                      <a:pt x="269" y="297"/>
                      <a:pt x="64" y="382"/>
                    </a:cubicBezTo>
                    <a:cubicBezTo>
                      <a:pt x="29" y="382"/>
                      <a:pt x="0" y="418"/>
                      <a:pt x="29" y="446"/>
                    </a:cubicBezTo>
                    <a:cubicBezTo>
                      <a:pt x="29" y="474"/>
                      <a:pt x="64" y="503"/>
                      <a:pt x="92" y="503"/>
                    </a:cubicBezTo>
                    <a:cubicBezTo>
                      <a:pt x="326" y="418"/>
                      <a:pt x="531" y="269"/>
                      <a:pt x="679" y="92"/>
                    </a:cubicBezTo>
                    <a:cubicBezTo>
                      <a:pt x="708" y="64"/>
                      <a:pt x="708" y="29"/>
                      <a:pt x="6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Google Shape;2743;p71"/>
              <p:cNvSpPr/>
              <p:nvPr/>
            </p:nvSpPr>
            <p:spPr>
              <a:xfrm>
                <a:off x="4658825" y="3169725"/>
                <a:ext cx="8875" cy="7275"/>
              </a:xfrm>
              <a:custGeom>
                <a:avLst/>
                <a:gdLst/>
                <a:ahLst/>
                <a:cxnLst/>
                <a:rect l="l" t="t" r="r" b="b"/>
                <a:pathLst>
                  <a:path w="355" h="291" extrusionOk="0">
                    <a:moveTo>
                      <a:pt x="280" y="1"/>
                    </a:moveTo>
                    <a:cubicBezTo>
                      <a:pt x="264" y="1"/>
                      <a:pt x="248" y="8"/>
                      <a:pt x="234" y="22"/>
                    </a:cubicBezTo>
                    <a:cubicBezTo>
                      <a:pt x="177" y="86"/>
                      <a:pt x="85" y="142"/>
                      <a:pt x="29" y="199"/>
                    </a:cubicBezTo>
                    <a:cubicBezTo>
                      <a:pt x="0" y="199"/>
                      <a:pt x="0" y="227"/>
                      <a:pt x="0" y="263"/>
                    </a:cubicBezTo>
                    <a:cubicBezTo>
                      <a:pt x="0" y="291"/>
                      <a:pt x="29" y="291"/>
                      <a:pt x="57" y="291"/>
                    </a:cubicBezTo>
                    <a:lnTo>
                      <a:pt x="85" y="291"/>
                    </a:lnTo>
                    <a:cubicBezTo>
                      <a:pt x="177" y="227"/>
                      <a:pt x="234" y="171"/>
                      <a:pt x="326" y="114"/>
                    </a:cubicBezTo>
                    <a:cubicBezTo>
                      <a:pt x="354" y="86"/>
                      <a:pt x="354" y="50"/>
                      <a:pt x="326" y="22"/>
                    </a:cubicBezTo>
                    <a:cubicBezTo>
                      <a:pt x="312" y="8"/>
                      <a:pt x="296" y="1"/>
                      <a:pt x="28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Google Shape;2744;p71"/>
              <p:cNvSpPr/>
              <p:nvPr/>
            </p:nvSpPr>
            <p:spPr>
              <a:xfrm>
                <a:off x="4650675" y="2992400"/>
                <a:ext cx="23550" cy="15000"/>
              </a:xfrm>
              <a:custGeom>
                <a:avLst/>
                <a:gdLst/>
                <a:ahLst/>
                <a:cxnLst/>
                <a:rect l="l" t="t" r="r" b="b"/>
                <a:pathLst>
                  <a:path w="942" h="600" extrusionOk="0">
                    <a:moveTo>
                      <a:pt x="882" y="1"/>
                    </a:moveTo>
                    <a:cubicBezTo>
                      <a:pt x="874" y="1"/>
                      <a:pt x="865" y="4"/>
                      <a:pt x="857" y="12"/>
                    </a:cubicBezTo>
                    <a:cubicBezTo>
                      <a:pt x="765" y="69"/>
                      <a:pt x="680" y="104"/>
                      <a:pt x="588" y="161"/>
                    </a:cubicBezTo>
                    <a:cubicBezTo>
                      <a:pt x="383" y="246"/>
                      <a:pt x="178" y="338"/>
                      <a:pt x="29" y="515"/>
                    </a:cubicBezTo>
                    <a:cubicBezTo>
                      <a:pt x="1" y="515"/>
                      <a:pt x="1" y="571"/>
                      <a:pt x="29" y="600"/>
                    </a:cubicBezTo>
                    <a:lnTo>
                      <a:pt x="58" y="600"/>
                    </a:lnTo>
                    <a:cubicBezTo>
                      <a:pt x="93" y="600"/>
                      <a:pt x="93" y="600"/>
                      <a:pt x="121" y="571"/>
                    </a:cubicBezTo>
                    <a:cubicBezTo>
                      <a:pt x="234" y="423"/>
                      <a:pt x="447" y="338"/>
                      <a:pt x="623" y="246"/>
                    </a:cubicBezTo>
                    <a:cubicBezTo>
                      <a:pt x="737" y="218"/>
                      <a:pt x="829" y="161"/>
                      <a:pt x="914" y="104"/>
                    </a:cubicBezTo>
                    <a:cubicBezTo>
                      <a:pt x="942" y="104"/>
                      <a:pt x="942" y="41"/>
                      <a:pt x="942" y="41"/>
                    </a:cubicBezTo>
                    <a:cubicBezTo>
                      <a:pt x="922" y="21"/>
                      <a:pt x="902" y="1"/>
                      <a:pt x="8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Google Shape;2745;p71"/>
              <p:cNvSpPr/>
              <p:nvPr/>
            </p:nvSpPr>
            <p:spPr>
              <a:xfrm>
                <a:off x="4660225" y="3001950"/>
                <a:ext cx="9575" cy="6325"/>
              </a:xfrm>
              <a:custGeom>
                <a:avLst/>
                <a:gdLst/>
                <a:ahLst/>
                <a:cxnLst/>
                <a:rect l="l" t="t" r="r" b="b"/>
                <a:pathLst>
                  <a:path w="383" h="253" extrusionOk="0">
                    <a:moveTo>
                      <a:pt x="295" y="1"/>
                    </a:moveTo>
                    <a:cubicBezTo>
                      <a:pt x="286" y="1"/>
                      <a:pt x="278" y="4"/>
                      <a:pt x="270" y="12"/>
                    </a:cubicBezTo>
                    <a:cubicBezTo>
                      <a:pt x="206" y="76"/>
                      <a:pt x="121" y="104"/>
                      <a:pt x="29" y="133"/>
                    </a:cubicBezTo>
                    <a:cubicBezTo>
                      <a:pt x="1" y="161"/>
                      <a:pt x="1" y="189"/>
                      <a:pt x="1" y="218"/>
                    </a:cubicBezTo>
                    <a:cubicBezTo>
                      <a:pt x="29" y="253"/>
                      <a:pt x="29" y="253"/>
                      <a:pt x="65" y="253"/>
                    </a:cubicBezTo>
                    <a:lnTo>
                      <a:pt x="93" y="253"/>
                    </a:lnTo>
                    <a:cubicBezTo>
                      <a:pt x="178" y="218"/>
                      <a:pt x="270" y="161"/>
                      <a:pt x="326" y="104"/>
                    </a:cubicBezTo>
                    <a:cubicBezTo>
                      <a:pt x="355" y="104"/>
                      <a:pt x="383" y="76"/>
                      <a:pt x="355" y="41"/>
                    </a:cubicBezTo>
                    <a:cubicBezTo>
                      <a:pt x="335" y="21"/>
                      <a:pt x="315" y="1"/>
                      <a:pt x="2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Google Shape;2746;p71"/>
              <p:cNvSpPr/>
              <p:nvPr/>
            </p:nvSpPr>
            <p:spPr>
              <a:xfrm>
                <a:off x="4660950" y="3004025"/>
                <a:ext cx="20000" cy="12225"/>
              </a:xfrm>
              <a:custGeom>
                <a:avLst/>
                <a:gdLst/>
                <a:ahLst/>
                <a:cxnLst/>
                <a:rect l="l" t="t" r="r" b="b"/>
                <a:pathLst>
                  <a:path w="800" h="489" extrusionOk="0">
                    <a:moveTo>
                      <a:pt x="740" y="0"/>
                    </a:moveTo>
                    <a:cubicBezTo>
                      <a:pt x="724" y="0"/>
                      <a:pt x="708" y="7"/>
                      <a:pt x="708" y="21"/>
                    </a:cubicBezTo>
                    <a:cubicBezTo>
                      <a:pt x="503" y="170"/>
                      <a:pt x="297" y="311"/>
                      <a:pt x="64" y="375"/>
                    </a:cubicBezTo>
                    <a:cubicBezTo>
                      <a:pt x="36" y="375"/>
                      <a:pt x="0" y="432"/>
                      <a:pt x="0" y="460"/>
                    </a:cubicBezTo>
                    <a:cubicBezTo>
                      <a:pt x="36" y="460"/>
                      <a:pt x="36" y="488"/>
                      <a:pt x="64" y="488"/>
                    </a:cubicBezTo>
                    <a:lnTo>
                      <a:pt x="92" y="488"/>
                    </a:lnTo>
                    <a:cubicBezTo>
                      <a:pt x="326" y="403"/>
                      <a:pt x="566" y="283"/>
                      <a:pt x="771" y="106"/>
                    </a:cubicBezTo>
                    <a:cubicBezTo>
                      <a:pt x="800" y="78"/>
                      <a:pt x="800" y="50"/>
                      <a:pt x="771" y="21"/>
                    </a:cubicBezTo>
                    <a:cubicBezTo>
                      <a:pt x="771" y="7"/>
                      <a:pt x="755" y="0"/>
                      <a:pt x="7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Google Shape;2747;p71"/>
              <p:cNvSpPr/>
              <p:nvPr/>
            </p:nvSpPr>
            <p:spPr>
              <a:xfrm>
                <a:off x="4719300" y="2985275"/>
                <a:ext cx="19850" cy="8150"/>
              </a:xfrm>
              <a:custGeom>
                <a:avLst/>
                <a:gdLst/>
                <a:ahLst/>
                <a:cxnLst/>
                <a:rect l="l" t="t" r="r" b="b"/>
                <a:pathLst>
                  <a:path w="794" h="326" extrusionOk="0">
                    <a:moveTo>
                      <a:pt x="737" y="0"/>
                    </a:moveTo>
                    <a:cubicBezTo>
                      <a:pt x="616" y="0"/>
                      <a:pt x="496" y="0"/>
                      <a:pt x="383" y="36"/>
                    </a:cubicBezTo>
                    <a:cubicBezTo>
                      <a:pt x="234" y="92"/>
                      <a:pt x="114" y="149"/>
                      <a:pt x="29" y="241"/>
                    </a:cubicBezTo>
                    <a:cubicBezTo>
                      <a:pt x="1" y="241"/>
                      <a:pt x="1" y="297"/>
                      <a:pt x="29" y="326"/>
                    </a:cubicBezTo>
                    <a:lnTo>
                      <a:pt x="57" y="326"/>
                    </a:lnTo>
                    <a:cubicBezTo>
                      <a:pt x="86" y="326"/>
                      <a:pt x="86" y="326"/>
                      <a:pt x="114" y="297"/>
                    </a:cubicBezTo>
                    <a:cubicBezTo>
                      <a:pt x="178" y="241"/>
                      <a:pt x="263" y="177"/>
                      <a:pt x="383" y="149"/>
                    </a:cubicBezTo>
                    <a:cubicBezTo>
                      <a:pt x="496" y="121"/>
                      <a:pt x="616" y="121"/>
                      <a:pt x="737" y="121"/>
                    </a:cubicBezTo>
                    <a:cubicBezTo>
                      <a:pt x="765" y="121"/>
                      <a:pt x="793" y="92"/>
                      <a:pt x="793" y="64"/>
                    </a:cubicBezTo>
                    <a:cubicBezTo>
                      <a:pt x="793" y="36"/>
                      <a:pt x="765" y="0"/>
                      <a:pt x="7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Google Shape;2748;p71"/>
              <p:cNvSpPr/>
              <p:nvPr/>
            </p:nvSpPr>
            <p:spPr>
              <a:xfrm>
                <a:off x="4781200" y="2991725"/>
                <a:ext cx="17725" cy="612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245" extrusionOk="0">
                    <a:moveTo>
                      <a:pt x="502" y="1"/>
                    </a:moveTo>
                    <a:cubicBezTo>
                      <a:pt x="345" y="1"/>
                      <a:pt x="193" y="39"/>
                      <a:pt x="57" y="131"/>
                    </a:cubicBezTo>
                    <a:cubicBezTo>
                      <a:pt x="29" y="131"/>
                      <a:pt x="1" y="160"/>
                      <a:pt x="29" y="188"/>
                    </a:cubicBezTo>
                    <a:cubicBezTo>
                      <a:pt x="29" y="216"/>
                      <a:pt x="57" y="245"/>
                      <a:pt x="57" y="245"/>
                    </a:cubicBezTo>
                    <a:cubicBezTo>
                      <a:pt x="86" y="245"/>
                      <a:pt x="86" y="216"/>
                      <a:pt x="86" y="216"/>
                    </a:cubicBezTo>
                    <a:cubicBezTo>
                      <a:pt x="217" y="153"/>
                      <a:pt x="363" y="118"/>
                      <a:pt x="502" y="118"/>
                    </a:cubicBezTo>
                    <a:cubicBezTo>
                      <a:pt x="551" y="118"/>
                      <a:pt x="599" y="122"/>
                      <a:pt x="645" y="131"/>
                    </a:cubicBezTo>
                    <a:cubicBezTo>
                      <a:pt x="673" y="131"/>
                      <a:pt x="708" y="96"/>
                      <a:pt x="708" y="68"/>
                    </a:cubicBezTo>
                    <a:cubicBezTo>
                      <a:pt x="708" y="39"/>
                      <a:pt x="673" y="11"/>
                      <a:pt x="645" y="11"/>
                    </a:cubicBezTo>
                    <a:cubicBezTo>
                      <a:pt x="597" y="4"/>
                      <a:pt x="549" y="1"/>
                      <a:pt x="5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Google Shape;2749;p71"/>
              <p:cNvSpPr/>
              <p:nvPr/>
            </p:nvSpPr>
            <p:spPr>
              <a:xfrm>
                <a:off x="4805450" y="2992400"/>
                <a:ext cx="10275" cy="4750"/>
              </a:xfrm>
              <a:custGeom>
                <a:avLst/>
                <a:gdLst/>
                <a:ahLst/>
                <a:cxnLst/>
                <a:rect l="l" t="t" r="r" b="b"/>
                <a:pathLst>
                  <a:path w="411" h="190" extrusionOk="0">
                    <a:moveTo>
                      <a:pt x="63" y="1"/>
                    </a:moveTo>
                    <a:cubicBezTo>
                      <a:pt x="42" y="1"/>
                      <a:pt x="28" y="21"/>
                      <a:pt x="28" y="41"/>
                    </a:cubicBezTo>
                    <a:cubicBezTo>
                      <a:pt x="0" y="69"/>
                      <a:pt x="28" y="104"/>
                      <a:pt x="57" y="133"/>
                    </a:cubicBezTo>
                    <a:lnTo>
                      <a:pt x="325" y="189"/>
                    </a:lnTo>
                    <a:lnTo>
                      <a:pt x="354" y="189"/>
                    </a:lnTo>
                    <a:cubicBezTo>
                      <a:pt x="382" y="189"/>
                      <a:pt x="382" y="161"/>
                      <a:pt x="410" y="133"/>
                    </a:cubicBezTo>
                    <a:cubicBezTo>
                      <a:pt x="410" y="104"/>
                      <a:pt x="382" y="69"/>
                      <a:pt x="354" y="69"/>
                    </a:cubicBezTo>
                    <a:lnTo>
                      <a:pt x="92" y="12"/>
                    </a:lnTo>
                    <a:cubicBezTo>
                      <a:pt x="82" y="4"/>
                      <a:pt x="72" y="1"/>
                      <a:pt x="6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Google Shape;2750;p71"/>
              <p:cNvSpPr/>
              <p:nvPr/>
            </p:nvSpPr>
            <p:spPr>
              <a:xfrm>
                <a:off x="4853375" y="3004225"/>
                <a:ext cx="21425" cy="6175"/>
              </a:xfrm>
              <a:custGeom>
                <a:avLst/>
                <a:gdLst/>
                <a:ahLst/>
                <a:cxnLst/>
                <a:rect l="l" t="t" r="r" b="b"/>
                <a:pathLst>
                  <a:path w="857" h="247" extrusionOk="0">
                    <a:moveTo>
                      <a:pt x="316" y="1"/>
                    </a:moveTo>
                    <a:cubicBezTo>
                      <a:pt x="230" y="1"/>
                      <a:pt x="137" y="13"/>
                      <a:pt x="57" y="13"/>
                    </a:cubicBezTo>
                    <a:cubicBezTo>
                      <a:pt x="28" y="13"/>
                      <a:pt x="0" y="42"/>
                      <a:pt x="0" y="70"/>
                    </a:cubicBezTo>
                    <a:cubicBezTo>
                      <a:pt x="0" y="98"/>
                      <a:pt x="28" y="127"/>
                      <a:pt x="57" y="127"/>
                    </a:cubicBezTo>
                    <a:cubicBezTo>
                      <a:pt x="137" y="127"/>
                      <a:pt x="230" y="114"/>
                      <a:pt x="316" y="114"/>
                    </a:cubicBezTo>
                    <a:cubicBezTo>
                      <a:pt x="359" y="114"/>
                      <a:pt x="401" y="117"/>
                      <a:pt x="439" y="127"/>
                    </a:cubicBezTo>
                    <a:cubicBezTo>
                      <a:pt x="559" y="127"/>
                      <a:pt x="679" y="162"/>
                      <a:pt x="764" y="219"/>
                    </a:cubicBezTo>
                    <a:cubicBezTo>
                      <a:pt x="764" y="219"/>
                      <a:pt x="764" y="247"/>
                      <a:pt x="792" y="247"/>
                    </a:cubicBezTo>
                    <a:lnTo>
                      <a:pt x="828" y="219"/>
                    </a:lnTo>
                    <a:cubicBezTo>
                      <a:pt x="856" y="190"/>
                      <a:pt x="856" y="162"/>
                      <a:pt x="828" y="127"/>
                    </a:cubicBezTo>
                    <a:cubicBezTo>
                      <a:pt x="708" y="70"/>
                      <a:pt x="587" y="13"/>
                      <a:pt x="439" y="13"/>
                    </a:cubicBezTo>
                    <a:cubicBezTo>
                      <a:pt x="401" y="4"/>
                      <a:pt x="35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Google Shape;2751;p71"/>
              <p:cNvSpPr/>
              <p:nvPr/>
            </p:nvSpPr>
            <p:spPr>
              <a:xfrm>
                <a:off x="4791475" y="3355675"/>
                <a:ext cx="19125" cy="5450"/>
              </a:xfrm>
              <a:custGeom>
                <a:avLst/>
                <a:gdLst/>
                <a:ahLst/>
                <a:cxnLst/>
                <a:rect l="l" t="t" r="r" b="b"/>
                <a:pathLst>
                  <a:path w="765" h="218" extrusionOk="0">
                    <a:moveTo>
                      <a:pt x="33" y="0"/>
                    </a:moveTo>
                    <a:cubicBezTo>
                      <a:pt x="14" y="0"/>
                      <a:pt x="0" y="20"/>
                      <a:pt x="0" y="40"/>
                    </a:cubicBezTo>
                    <a:cubicBezTo>
                      <a:pt x="0" y="76"/>
                      <a:pt x="28" y="104"/>
                      <a:pt x="57" y="132"/>
                    </a:cubicBezTo>
                    <a:lnTo>
                      <a:pt x="708" y="217"/>
                    </a:lnTo>
                    <a:cubicBezTo>
                      <a:pt x="736" y="217"/>
                      <a:pt x="764" y="189"/>
                      <a:pt x="764" y="161"/>
                    </a:cubicBezTo>
                    <a:cubicBezTo>
                      <a:pt x="764" y="132"/>
                      <a:pt x="764" y="104"/>
                      <a:pt x="708" y="104"/>
                    </a:cubicBezTo>
                    <a:lnTo>
                      <a:pt x="57" y="12"/>
                    </a:lnTo>
                    <a:cubicBezTo>
                      <a:pt x="48" y="4"/>
                      <a:pt x="40" y="0"/>
                      <a:pt x="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Google Shape;2752;p71"/>
              <p:cNvSpPr/>
              <p:nvPr/>
            </p:nvSpPr>
            <p:spPr>
              <a:xfrm>
                <a:off x="4974875" y="3238875"/>
                <a:ext cx="11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446" h="589" extrusionOk="0">
                    <a:moveTo>
                      <a:pt x="389" y="1"/>
                    </a:moveTo>
                    <a:cubicBezTo>
                      <a:pt x="354" y="1"/>
                      <a:pt x="326" y="1"/>
                      <a:pt x="326" y="29"/>
                    </a:cubicBezTo>
                    <a:cubicBezTo>
                      <a:pt x="241" y="291"/>
                      <a:pt x="92" y="440"/>
                      <a:pt x="36" y="468"/>
                    </a:cubicBezTo>
                    <a:cubicBezTo>
                      <a:pt x="0" y="503"/>
                      <a:pt x="0" y="531"/>
                      <a:pt x="36" y="560"/>
                    </a:cubicBezTo>
                    <a:cubicBezTo>
                      <a:pt x="36" y="588"/>
                      <a:pt x="64" y="588"/>
                      <a:pt x="64" y="588"/>
                    </a:cubicBezTo>
                    <a:lnTo>
                      <a:pt x="121" y="588"/>
                    </a:lnTo>
                    <a:cubicBezTo>
                      <a:pt x="177" y="531"/>
                      <a:pt x="354" y="355"/>
                      <a:pt x="446" y="57"/>
                    </a:cubicBezTo>
                    <a:cubicBezTo>
                      <a:pt x="446" y="29"/>
                      <a:pt x="418" y="1"/>
                      <a:pt x="3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53" name="Google Shape;2753;p71"/>
            <p:cNvGrpSpPr/>
            <p:nvPr/>
          </p:nvGrpSpPr>
          <p:grpSpPr>
            <a:xfrm>
              <a:off x="3162807" y="1216951"/>
              <a:ext cx="1051808" cy="229363"/>
              <a:chOff x="4002795" y="1877329"/>
              <a:chExt cx="345546" cy="75352"/>
            </a:xfrm>
          </p:grpSpPr>
          <p:sp>
            <p:nvSpPr>
              <p:cNvPr id="2754" name="Google Shape;2754;p71"/>
              <p:cNvSpPr/>
              <p:nvPr/>
            </p:nvSpPr>
            <p:spPr>
              <a:xfrm>
                <a:off x="4002795" y="1877329"/>
                <a:ext cx="345546" cy="75352"/>
              </a:xfrm>
              <a:custGeom>
                <a:avLst/>
                <a:gdLst/>
                <a:ahLst/>
                <a:cxnLst/>
                <a:rect l="l" t="t" r="r" b="b"/>
                <a:pathLst>
                  <a:path w="9997" h="2180" extrusionOk="0">
                    <a:moveTo>
                      <a:pt x="0" y="0"/>
                    </a:moveTo>
                    <a:lnTo>
                      <a:pt x="0" y="2179"/>
                    </a:lnTo>
                    <a:lnTo>
                      <a:pt x="9996" y="2179"/>
                    </a:lnTo>
                    <a:lnTo>
                      <a:pt x="99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Google Shape;2755;p71"/>
              <p:cNvSpPr/>
              <p:nvPr/>
            </p:nvSpPr>
            <p:spPr>
              <a:xfrm>
                <a:off x="4270785" y="1897619"/>
                <a:ext cx="21569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24" h="1005" extrusionOk="0">
                    <a:moveTo>
                      <a:pt x="559" y="0"/>
                    </a:moveTo>
                    <a:lnTo>
                      <a:pt x="1" y="595"/>
                    </a:lnTo>
                    <a:lnTo>
                      <a:pt x="559" y="1005"/>
                    </a:lnTo>
                    <a:lnTo>
                      <a:pt x="623" y="948"/>
                    </a:lnTo>
                    <a:lnTo>
                      <a:pt x="121" y="595"/>
                    </a:lnTo>
                    <a:lnTo>
                      <a:pt x="623" y="64"/>
                    </a:lnTo>
                    <a:lnTo>
                      <a:pt x="5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Google Shape;2756;p71"/>
              <p:cNvSpPr/>
              <p:nvPr/>
            </p:nvSpPr>
            <p:spPr>
              <a:xfrm>
                <a:off x="4254401" y="1897619"/>
                <a:ext cx="22536" cy="34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005" extrusionOk="0">
                    <a:moveTo>
                      <a:pt x="595" y="0"/>
                    </a:moveTo>
                    <a:lnTo>
                      <a:pt x="1" y="595"/>
                    </a:lnTo>
                    <a:lnTo>
                      <a:pt x="595" y="1005"/>
                    </a:lnTo>
                    <a:lnTo>
                      <a:pt x="651" y="948"/>
                    </a:lnTo>
                    <a:lnTo>
                      <a:pt x="149" y="595"/>
                    </a:lnTo>
                    <a:lnTo>
                      <a:pt x="651" y="64"/>
                    </a:lnTo>
                    <a:lnTo>
                      <a:pt x="59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Google Shape;2757;p71"/>
              <p:cNvSpPr/>
              <p:nvPr/>
            </p:nvSpPr>
            <p:spPr>
              <a:xfrm>
                <a:off x="4055854" y="1885970"/>
                <a:ext cx="19356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0" h="1668" extrusionOk="0">
                    <a:moveTo>
                      <a:pt x="305" y="0"/>
                    </a:moveTo>
                    <a:cubicBezTo>
                      <a:pt x="264" y="0"/>
                      <a:pt x="226" y="22"/>
                      <a:pt x="205" y="47"/>
                    </a:cubicBezTo>
                    <a:cubicBezTo>
                      <a:pt x="149" y="76"/>
                      <a:pt x="85" y="160"/>
                      <a:pt x="85" y="252"/>
                    </a:cubicBezTo>
                    <a:cubicBezTo>
                      <a:pt x="57" y="309"/>
                      <a:pt x="85" y="401"/>
                      <a:pt x="85" y="458"/>
                    </a:cubicBezTo>
                    <a:cubicBezTo>
                      <a:pt x="120" y="514"/>
                      <a:pt x="120" y="542"/>
                      <a:pt x="120" y="578"/>
                    </a:cubicBezTo>
                    <a:cubicBezTo>
                      <a:pt x="120" y="691"/>
                      <a:pt x="85" y="783"/>
                      <a:pt x="0" y="811"/>
                    </a:cubicBezTo>
                    <a:lnTo>
                      <a:pt x="28" y="896"/>
                    </a:lnTo>
                    <a:lnTo>
                      <a:pt x="57" y="896"/>
                    </a:lnTo>
                    <a:cubicBezTo>
                      <a:pt x="85" y="932"/>
                      <a:pt x="120" y="932"/>
                      <a:pt x="120" y="960"/>
                    </a:cubicBezTo>
                    <a:lnTo>
                      <a:pt x="120" y="1108"/>
                    </a:lnTo>
                    <a:lnTo>
                      <a:pt x="120" y="1137"/>
                    </a:lnTo>
                    <a:cubicBezTo>
                      <a:pt x="85" y="1314"/>
                      <a:pt x="120" y="1427"/>
                      <a:pt x="177" y="1519"/>
                    </a:cubicBezTo>
                    <a:cubicBezTo>
                      <a:pt x="234" y="1604"/>
                      <a:pt x="326" y="1667"/>
                      <a:pt x="439" y="1667"/>
                    </a:cubicBezTo>
                    <a:cubicBezTo>
                      <a:pt x="474" y="1667"/>
                      <a:pt x="531" y="1667"/>
                      <a:pt x="559" y="1639"/>
                    </a:cubicBezTo>
                    <a:lnTo>
                      <a:pt x="531" y="1547"/>
                    </a:lnTo>
                    <a:cubicBezTo>
                      <a:pt x="498" y="1567"/>
                      <a:pt x="459" y="1576"/>
                      <a:pt x="421" y="1576"/>
                    </a:cubicBezTo>
                    <a:cubicBezTo>
                      <a:pt x="352" y="1576"/>
                      <a:pt x="285" y="1545"/>
                      <a:pt x="262" y="1490"/>
                    </a:cubicBezTo>
                    <a:cubicBezTo>
                      <a:pt x="205" y="1398"/>
                      <a:pt x="177" y="1285"/>
                      <a:pt x="205" y="1137"/>
                    </a:cubicBezTo>
                    <a:lnTo>
                      <a:pt x="205" y="932"/>
                    </a:lnTo>
                    <a:cubicBezTo>
                      <a:pt x="177" y="896"/>
                      <a:pt x="149" y="868"/>
                      <a:pt x="120" y="840"/>
                    </a:cubicBezTo>
                    <a:cubicBezTo>
                      <a:pt x="177" y="783"/>
                      <a:pt x="205" y="663"/>
                      <a:pt x="205" y="578"/>
                    </a:cubicBezTo>
                    <a:cubicBezTo>
                      <a:pt x="205" y="542"/>
                      <a:pt x="205" y="486"/>
                      <a:pt x="177" y="458"/>
                    </a:cubicBezTo>
                    <a:cubicBezTo>
                      <a:pt x="177" y="366"/>
                      <a:pt x="149" y="309"/>
                      <a:pt x="177" y="252"/>
                    </a:cubicBezTo>
                    <a:cubicBezTo>
                      <a:pt x="177" y="189"/>
                      <a:pt x="205" y="132"/>
                      <a:pt x="262" y="104"/>
                    </a:cubicBezTo>
                    <a:cubicBezTo>
                      <a:pt x="262" y="90"/>
                      <a:pt x="271" y="83"/>
                      <a:pt x="283" y="83"/>
                    </a:cubicBezTo>
                    <a:cubicBezTo>
                      <a:pt x="296" y="83"/>
                      <a:pt x="311" y="90"/>
                      <a:pt x="326" y="104"/>
                    </a:cubicBezTo>
                    <a:lnTo>
                      <a:pt x="354" y="12"/>
                    </a:lnTo>
                    <a:cubicBezTo>
                      <a:pt x="338" y="4"/>
                      <a:pt x="321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Google Shape;2758;p71"/>
              <p:cNvSpPr/>
              <p:nvPr/>
            </p:nvSpPr>
            <p:spPr>
              <a:xfrm>
                <a:off x="4034319" y="1888563"/>
                <a:ext cx="9333" cy="51882"/>
              </a:xfrm>
              <a:custGeom>
                <a:avLst/>
                <a:gdLst/>
                <a:ahLst/>
                <a:cxnLst/>
                <a:rect l="l" t="t" r="r" b="b"/>
                <a:pathLst>
                  <a:path w="270" h="1501" extrusionOk="0">
                    <a:moveTo>
                      <a:pt x="213" y="1"/>
                    </a:moveTo>
                    <a:cubicBezTo>
                      <a:pt x="1" y="467"/>
                      <a:pt x="1" y="1033"/>
                      <a:pt x="177" y="1500"/>
                    </a:cubicBezTo>
                    <a:lnTo>
                      <a:pt x="269" y="1472"/>
                    </a:lnTo>
                    <a:cubicBezTo>
                      <a:pt x="93" y="1033"/>
                      <a:pt x="93" y="503"/>
                      <a:pt x="269" y="29"/>
                    </a:cubicBezTo>
                    <a:lnTo>
                      <a:pt x="21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Google Shape;2759;p71"/>
              <p:cNvSpPr/>
              <p:nvPr/>
            </p:nvSpPr>
            <p:spPr>
              <a:xfrm>
                <a:off x="4303311" y="1885970"/>
                <a:ext cx="19598" cy="57654"/>
              </a:xfrm>
              <a:custGeom>
                <a:avLst/>
                <a:gdLst/>
                <a:ahLst/>
                <a:cxnLst/>
                <a:rect l="l" t="t" r="r" b="b"/>
                <a:pathLst>
                  <a:path w="567" h="1668" extrusionOk="0">
                    <a:moveTo>
                      <a:pt x="256" y="0"/>
                    </a:moveTo>
                    <a:cubicBezTo>
                      <a:pt x="243" y="0"/>
                      <a:pt x="229" y="4"/>
                      <a:pt x="213" y="12"/>
                    </a:cubicBezTo>
                    <a:lnTo>
                      <a:pt x="241" y="104"/>
                    </a:lnTo>
                    <a:cubicBezTo>
                      <a:pt x="255" y="90"/>
                      <a:pt x="262" y="83"/>
                      <a:pt x="269" y="83"/>
                    </a:cubicBezTo>
                    <a:cubicBezTo>
                      <a:pt x="276" y="83"/>
                      <a:pt x="283" y="90"/>
                      <a:pt x="298" y="104"/>
                    </a:cubicBezTo>
                    <a:cubicBezTo>
                      <a:pt x="354" y="132"/>
                      <a:pt x="390" y="189"/>
                      <a:pt x="390" y="252"/>
                    </a:cubicBezTo>
                    <a:lnTo>
                      <a:pt x="390" y="458"/>
                    </a:lnTo>
                    <a:cubicBezTo>
                      <a:pt x="354" y="486"/>
                      <a:pt x="354" y="542"/>
                      <a:pt x="354" y="578"/>
                    </a:cubicBezTo>
                    <a:cubicBezTo>
                      <a:pt x="354" y="663"/>
                      <a:pt x="390" y="783"/>
                      <a:pt x="446" y="840"/>
                    </a:cubicBezTo>
                    <a:cubicBezTo>
                      <a:pt x="390" y="868"/>
                      <a:pt x="390" y="896"/>
                      <a:pt x="354" y="932"/>
                    </a:cubicBezTo>
                    <a:cubicBezTo>
                      <a:pt x="326" y="988"/>
                      <a:pt x="354" y="1073"/>
                      <a:pt x="354" y="1137"/>
                    </a:cubicBezTo>
                    <a:cubicBezTo>
                      <a:pt x="390" y="1285"/>
                      <a:pt x="354" y="1398"/>
                      <a:pt x="298" y="1490"/>
                    </a:cubicBezTo>
                    <a:cubicBezTo>
                      <a:pt x="261" y="1545"/>
                      <a:pt x="198" y="1576"/>
                      <a:pt x="135" y="1576"/>
                    </a:cubicBezTo>
                    <a:cubicBezTo>
                      <a:pt x="100" y="1576"/>
                      <a:pt x="66" y="1567"/>
                      <a:pt x="36" y="1547"/>
                    </a:cubicBezTo>
                    <a:lnTo>
                      <a:pt x="0" y="1639"/>
                    </a:lnTo>
                    <a:cubicBezTo>
                      <a:pt x="36" y="1667"/>
                      <a:pt x="92" y="1667"/>
                      <a:pt x="121" y="1667"/>
                    </a:cubicBezTo>
                    <a:cubicBezTo>
                      <a:pt x="213" y="1667"/>
                      <a:pt x="326" y="1604"/>
                      <a:pt x="390" y="1519"/>
                    </a:cubicBezTo>
                    <a:cubicBezTo>
                      <a:pt x="446" y="1427"/>
                      <a:pt x="474" y="1314"/>
                      <a:pt x="446" y="1137"/>
                    </a:cubicBezTo>
                    <a:lnTo>
                      <a:pt x="446" y="1108"/>
                    </a:lnTo>
                    <a:lnTo>
                      <a:pt x="446" y="960"/>
                    </a:lnTo>
                    <a:cubicBezTo>
                      <a:pt x="446" y="932"/>
                      <a:pt x="474" y="932"/>
                      <a:pt x="503" y="896"/>
                    </a:cubicBezTo>
                    <a:lnTo>
                      <a:pt x="531" y="896"/>
                    </a:lnTo>
                    <a:lnTo>
                      <a:pt x="566" y="811"/>
                    </a:lnTo>
                    <a:lnTo>
                      <a:pt x="531" y="811"/>
                    </a:lnTo>
                    <a:cubicBezTo>
                      <a:pt x="474" y="783"/>
                      <a:pt x="446" y="691"/>
                      <a:pt x="446" y="578"/>
                    </a:cubicBezTo>
                    <a:cubicBezTo>
                      <a:pt x="446" y="542"/>
                      <a:pt x="446" y="514"/>
                      <a:pt x="474" y="458"/>
                    </a:cubicBezTo>
                    <a:lnTo>
                      <a:pt x="474" y="252"/>
                    </a:lnTo>
                    <a:cubicBezTo>
                      <a:pt x="474" y="160"/>
                      <a:pt x="418" y="76"/>
                      <a:pt x="354" y="47"/>
                    </a:cubicBezTo>
                    <a:cubicBezTo>
                      <a:pt x="314" y="22"/>
                      <a:pt x="288" y="0"/>
                      <a:pt x="2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0" name="Google Shape;2760;p71"/>
            <p:cNvGrpSpPr/>
            <p:nvPr/>
          </p:nvGrpSpPr>
          <p:grpSpPr>
            <a:xfrm>
              <a:off x="3389504" y="1231789"/>
              <a:ext cx="505357" cy="199693"/>
              <a:chOff x="300879" y="4170864"/>
              <a:chExt cx="505357" cy="199693"/>
            </a:xfrm>
          </p:grpSpPr>
          <p:sp>
            <p:nvSpPr>
              <p:cNvPr id="2761" name="Google Shape;2761;p71"/>
              <p:cNvSpPr/>
              <p:nvPr/>
            </p:nvSpPr>
            <p:spPr>
              <a:xfrm>
                <a:off x="518149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Google Shape;2762;p71"/>
              <p:cNvSpPr/>
              <p:nvPr/>
            </p:nvSpPr>
            <p:spPr>
              <a:xfrm>
                <a:off x="568021" y="4197063"/>
                <a:ext cx="71544" cy="111736"/>
              </a:xfrm>
              <a:custGeom>
                <a:avLst/>
                <a:gdLst/>
                <a:ahLst/>
                <a:cxnLst/>
                <a:rect l="l" t="t" r="r" b="b"/>
                <a:pathLst>
                  <a:path w="680" h="1062" extrusionOk="0">
                    <a:moveTo>
                      <a:pt x="57" y="0"/>
                    </a:moveTo>
                    <a:lnTo>
                      <a:pt x="1" y="57"/>
                    </a:lnTo>
                    <a:lnTo>
                      <a:pt x="531" y="616"/>
                    </a:lnTo>
                    <a:lnTo>
                      <a:pt x="1" y="1005"/>
                    </a:lnTo>
                    <a:lnTo>
                      <a:pt x="57" y="1061"/>
                    </a:lnTo>
                    <a:lnTo>
                      <a:pt x="680" y="651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Google Shape;2763;p71"/>
              <p:cNvSpPr/>
              <p:nvPr/>
            </p:nvSpPr>
            <p:spPr>
              <a:xfrm>
                <a:off x="623794" y="4170864"/>
                <a:ext cx="64811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6" h="1785" extrusionOk="0">
                    <a:moveTo>
                      <a:pt x="286" y="1"/>
                    </a:moveTo>
                    <a:cubicBezTo>
                      <a:pt x="268" y="1"/>
                      <a:pt x="251" y="5"/>
                      <a:pt x="234" y="16"/>
                    </a:cubicBezTo>
                    <a:lnTo>
                      <a:pt x="262" y="101"/>
                    </a:lnTo>
                    <a:lnTo>
                      <a:pt x="354" y="101"/>
                    </a:lnTo>
                    <a:cubicBezTo>
                      <a:pt x="383" y="157"/>
                      <a:pt x="411" y="221"/>
                      <a:pt x="439" y="278"/>
                    </a:cubicBezTo>
                    <a:cubicBezTo>
                      <a:pt x="439" y="334"/>
                      <a:pt x="411" y="398"/>
                      <a:pt x="411" y="483"/>
                    </a:cubicBezTo>
                    <a:cubicBezTo>
                      <a:pt x="411" y="511"/>
                      <a:pt x="383" y="575"/>
                      <a:pt x="383" y="631"/>
                    </a:cubicBezTo>
                    <a:cubicBezTo>
                      <a:pt x="383" y="723"/>
                      <a:pt x="411" y="836"/>
                      <a:pt x="467" y="900"/>
                    </a:cubicBezTo>
                    <a:cubicBezTo>
                      <a:pt x="439" y="928"/>
                      <a:pt x="411" y="957"/>
                      <a:pt x="411" y="985"/>
                    </a:cubicBezTo>
                    <a:cubicBezTo>
                      <a:pt x="383" y="1077"/>
                      <a:pt x="383" y="1134"/>
                      <a:pt x="383" y="1190"/>
                    </a:cubicBezTo>
                    <a:lnTo>
                      <a:pt x="411" y="1218"/>
                    </a:lnTo>
                    <a:cubicBezTo>
                      <a:pt x="411" y="1367"/>
                      <a:pt x="411" y="1487"/>
                      <a:pt x="354" y="1572"/>
                    </a:cubicBezTo>
                    <a:cubicBezTo>
                      <a:pt x="308" y="1639"/>
                      <a:pt x="218" y="1687"/>
                      <a:pt x="139" y="1687"/>
                    </a:cubicBezTo>
                    <a:cubicBezTo>
                      <a:pt x="109" y="1687"/>
                      <a:pt x="81" y="1680"/>
                      <a:pt x="57" y="1664"/>
                    </a:cubicBezTo>
                    <a:lnTo>
                      <a:pt x="1" y="1721"/>
                    </a:lnTo>
                    <a:cubicBezTo>
                      <a:pt x="57" y="1749"/>
                      <a:pt x="85" y="1784"/>
                      <a:pt x="142" y="1784"/>
                    </a:cubicBezTo>
                    <a:cubicBezTo>
                      <a:pt x="234" y="1784"/>
                      <a:pt x="354" y="1721"/>
                      <a:pt x="411" y="1636"/>
                    </a:cubicBezTo>
                    <a:cubicBezTo>
                      <a:pt x="467" y="1516"/>
                      <a:pt x="496" y="1395"/>
                      <a:pt x="467" y="1218"/>
                    </a:cubicBezTo>
                    <a:lnTo>
                      <a:pt x="467" y="1190"/>
                    </a:lnTo>
                    <a:lnTo>
                      <a:pt x="467" y="1013"/>
                    </a:lnTo>
                    <a:cubicBezTo>
                      <a:pt x="496" y="985"/>
                      <a:pt x="496" y="985"/>
                      <a:pt x="531" y="957"/>
                    </a:cubicBezTo>
                    <a:lnTo>
                      <a:pt x="588" y="957"/>
                    </a:lnTo>
                    <a:lnTo>
                      <a:pt x="616" y="865"/>
                    </a:lnTo>
                    <a:lnTo>
                      <a:pt x="588" y="865"/>
                    </a:lnTo>
                    <a:cubicBezTo>
                      <a:pt x="496" y="836"/>
                      <a:pt x="467" y="723"/>
                      <a:pt x="467" y="631"/>
                    </a:cubicBezTo>
                    <a:cubicBezTo>
                      <a:pt x="467" y="575"/>
                      <a:pt x="496" y="546"/>
                      <a:pt x="496" y="483"/>
                    </a:cubicBezTo>
                    <a:cubicBezTo>
                      <a:pt x="496" y="426"/>
                      <a:pt x="531" y="334"/>
                      <a:pt x="531" y="249"/>
                    </a:cubicBezTo>
                    <a:cubicBezTo>
                      <a:pt x="496" y="193"/>
                      <a:pt x="467" y="101"/>
                      <a:pt x="383" y="44"/>
                    </a:cubicBezTo>
                    <a:cubicBezTo>
                      <a:pt x="363" y="24"/>
                      <a:pt x="326" y="1"/>
                      <a:pt x="28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Google Shape;2764;p71"/>
              <p:cNvSpPr/>
              <p:nvPr/>
            </p:nvSpPr>
            <p:spPr>
              <a:xfrm>
                <a:off x="725748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93" y="0"/>
                    </a:moveTo>
                    <a:lnTo>
                      <a:pt x="1" y="29"/>
                    </a:lnTo>
                    <a:cubicBezTo>
                      <a:pt x="206" y="531"/>
                      <a:pt x="206" y="1090"/>
                      <a:pt x="1" y="1564"/>
                    </a:cubicBezTo>
                    <a:lnTo>
                      <a:pt x="93" y="1592"/>
                    </a:lnTo>
                    <a:cubicBezTo>
                      <a:pt x="298" y="1090"/>
                      <a:pt x="298" y="503"/>
                      <a:pt x="9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Google Shape;2765;p71"/>
              <p:cNvSpPr/>
              <p:nvPr/>
            </p:nvSpPr>
            <p:spPr>
              <a:xfrm>
                <a:off x="765940" y="4175493"/>
                <a:ext cx="40296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83" h="1854" extrusionOk="0">
                    <a:moveTo>
                      <a:pt x="121" y="0"/>
                    </a:moveTo>
                    <a:lnTo>
                      <a:pt x="29" y="28"/>
                    </a:lnTo>
                    <a:cubicBezTo>
                      <a:pt x="298" y="587"/>
                      <a:pt x="270" y="1266"/>
                      <a:pt x="1" y="1825"/>
                    </a:cubicBezTo>
                    <a:lnTo>
                      <a:pt x="64" y="1854"/>
                    </a:lnTo>
                    <a:cubicBezTo>
                      <a:pt x="383" y="1295"/>
                      <a:pt x="383" y="587"/>
                      <a:pt x="1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Google Shape;2766;p71"/>
              <p:cNvSpPr/>
              <p:nvPr/>
            </p:nvSpPr>
            <p:spPr>
              <a:xfrm>
                <a:off x="419141" y="4170864"/>
                <a:ext cx="64916" cy="187804"/>
              </a:xfrm>
              <a:custGeom>
                <a:avLst/>
                <a:gdLst/>
                <a:ahLst/>
                <a:cxnLst/>
                <a:rect l="l" t="t" r="r" b="b"/>
                <a:pathLst>
                  <a:path w="617" h="1785" extrusionOk="0">
                    <a:moveTo>
                      <a:pt x="331" y="1"/>
                    </a:moveTo>
                    <a:cubicBezTo>
                      <a:pt x="291" y="1"/>
                      <a:pt x="254" y="24"/>
                      <a:pt x="234" y="44"/>
                    </a:cubicBezTo>
                    <a:cubicBezTo>
                      <a:pt x="149" y="101"/>
                      <a:pt x="114" y="193"/>
                      <a:pt x="86" y="249"/>
                    </a:cubicBezTo>
                    <a:cubicBezTo>
                      <a:pt x="86" y="334"/>
                      <a:pt x="114" y="426"/>
                      <a:pt x="114" y="483"/>
                    </a:cubicBezTo>
                    <a:cubicBezTo>
                      <a:pt x="114" y="546"/>
                      <a:pt x="149" y="575"/>
                      <a:pt x="149" y="631"/>
                    </a:cubicBezTo>
                    <a:cubicBezTo>
                      <a:pt x="149" y="723"/>
                      <a:pt x="114" y="836"/>
                      <a:pt x="29" y="865"/>
                    </a:cubicBezTo>
                    <a:lnTo>
                      <a:pt x="1" y="865"/>
                    </a:lnTo>
                    <a:lnTo>
                      <a:pt x="29" y="957"/>
                    </a:lnTo>
                    <a:lnTo>
                      <a:pt x="86" y="957"/>
                    </a:lnTo>
                    <a:cubicBezTo>
                      <a:pt x="114" y="985"/>
                      <a:pt x="114" y="985"/>
                      <a:pt x="149" y="1013"/>
                    </a:cubicBezTo>
                    <a:lnTo>
                      <a:pt x="149" y="1190"/>
                    </a:lnTo>
                    <a:lnTo>
                      <a:pt x="114" y="1218"/>
                    </a:lnTo>
                    <a:cubicBezTo>
                      <a:pt x="114" y="1395"/>
                      <a:pt x="149" y="1516"/>
                      <a:pt x="206" y="1636"/>
                    </a:cubicBezTo>
                    <a:cubicBezTo>
                      <a:pt x="263" y="1721"/>
                      <a:pt x="383" y="1784"/>
                      <a:pt x="468" y="1784"/>
                    </a:cubicBezTo>
                    <a:cubicBezTo>
                      <a:pt x="531" y="1784"/>
                      <a:pt x="560" y="1749"/>
                      <a:pt x="616" y="1721"/>
                    </a:cubicBezTo>
                    <a:lnTo>
                      <a:pt x="560" y="1664"/>
                    </a:lnTo>
                    <a:cubicBezTo>
                      <a:pt x="534" y="1680"/>
                      <a:pt x="505" y="1687"/>
                      <a:pt x="475" y="1687"/>
                    </a:cubicBezTo>
                    <a:cubicBezTo>
                      <a:pt x="396" y="1687"/>
                      <a:pt x="309" y="1639"/>
                      <a:pt x="263" y="1572"/>
                    </a:cubicBezTo>
                    <a:cubicBezTo>
                      <a:pt x="206" y="1487"/>
                      <a:pt x="206" y="1367"/>
                      <a:pt x="206" y="1218"/>
                    </a:cubicBezTo>
                    <a:lnTo>
                      <a:pt x="234" y="1190"/>
                    </a:lnTo>
                    <a:cubicBezTo>
                      <a:pt x="234" y="1134"/>
                      <a:pt x="234" y="1077"/>
                      <a:pt x="206" y="985"/>
                    </a:cubicBezTo>
                    <a:cubicBezTo>
                      <a:pt x="206" y="957"/>
                      <a:pt x="178" y="928"/>
                      <a:pt x="149" y="900"/>
                    </a:cubicBezTo>
                    <a:cubicBezTo>
                      <a:pt x="206" y="836"/>
                      <a:pt x="234" y="723"/>
                      <a:pt x="234" y="631"/>
                    </a:cubicBezTo>
                    <a:cubicBezTo>
                      <a:pt x="234" y="575"/>
                      <a:pt x="206" y="511"/>
                      <a:pt x="206" y="483"/>
                    </a:cubicBezTo>
                    <a:cubicBezTo>
                      <a:pt x="206" y="398"/>
                      <a:pt x="178" y="334"/>
                      <a:pt x="178" y="278"/>
                    </a:cubicBezTo>
                    <a:cubicBezTo>
                      <a:pt x="206" y="221"/>
                      <a:pt x="234" y="157"/>
                      <a:pt x="263" y="101"/>
                    </a:cubicBezTo>
                    <a:lnTo>
                      <a:pt x="355" y="101"/>
                    </a:lnTo>
                    <a:lnTo>
                      <a:pt x="383" y="16"/>
                    </a:lnTo>
                    <a:cubicBezTo>
                      <a:pt x="366" y="5"/>
                      <a:pt x="348" y="1"/>
                      <a:pt x="3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Google Shape;2767;p71"/>
              <p:cNvSpPr/>
              <p:nvPr/>
            </p:nvSpPr>
            <p:spPr>
              <a:xfrm>
                <a:off x="350751" y="4178439"/>
                <a:ext cx="31353" cy="167604"/>
              </a:xfrm>
              <a:custGeom>
                <a:avLst/>
                <a:gdLst/>
                <a:ahLst/>
                <a:cxnLst/>
                <a:rect l="l" t="t" r="r" b="b"/>
                <a:pathLst>
                  <a:path w="298" h="1593" extrusionOk="0">
                    <a:moveTo>
                      <a:pt x="205" y="0"/>
                    </a:moveTo>
                    <a:cubicBezTo>
                      <a:pt x="0" y="503"/>
                      <a:pt x="0" y="1090"/>
                      <a:pt x="205" y="1592"/>
                    </a:cubicBezTo>
                    <a:lnTo>
                      <a:pt x="297" y="1564"/>
                    </a:lnTo>
                    <a:cubicBezTo>
                      <a:pt x="92" y="1090"/>
                      <a:pt x="92" y="531"/>
                      <a:pt x="297" y="29"/>
                    </a:cubicBezTo>
                    <a:lnTo>
                      <a:pt x="20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Google Shape;2768;p71"/>
              <p:cNvSpPr/>
              <p:nvPr/>
            </p:nvSpPr>
            <p:spPr>
              <a:xfrm>
                <a:off x="300879" y="4175493"/>
                <a:ext cx="41033" cy="195064"/>
              </a:xfrm>
              <a:custGeom>
                <a:avLst/>
                <a:gdLst/>
                <a:ahLst/>
                <a:cxnLst/>
                <a:rect l="l" t="t" r="r" b="b"/>
                <a:pathLst>
                  <a:path w="390" h="1854" extrusionOk="0">
                    <a:moveTo>
                      <a:pt x="269" y="0"/>
                    </a:moveTo>
                    <a:lnTo>
                      <a:pt x="269" y="0"/>
                    </a:lnTo>
                    <a:cubicBezTo>
                      <a:pt x="0" y="587"/>
                      <a:pt x="0" y="1295"/>
                      <a:pt x="325" y="1854"/>
                    </a:cubicBezTo>
                    <a:lnTo>
                      <a:pt x="389" y="1825"/>
                    </a:lnTo>
                    <a:cubicBezTo>
                      <a:pt x="120" y="1266"/>
                      <a:pt x="92" y="587"/>
                      <a:pt x="354" y="28"/>
                    </a:cubicBezTo>
                    <a:lnTo>
                      <a:pt x="2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69" name="Google Shape;2769;p71"/>
          <p:cNvGrpSpPr/>
          <p:nvPr/>
        </p:nvGrpSpPr>
        <p:grpSpPr>
          <a:xfrm>
            <a:off x="8567590" y="4153050"/>
            <a:ext cx="360758" cy="258297"/>
            <a:chOff x="4992850" y="4345375"/>
            <a:chExt cx="607336" cy="638400"/>
          </a:xfrm>
        </p:grpSpPr>
        <p:sp>
          <p:nvSpPr>
            <p:cNvPr id="2770" name="Google Shape;2770;p71"/>
            <p:cNvSpPr/>
            <p:nvPr/>
          </p:nvSpPr>
          <p:spPr>
            <a:xfrm>
              <a:off x="4992850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71"/>
            <p:cNvSpPr/>
            <p:nvPr/>
          </p:nvSpPr>
          <p:spPr>
            <a:xfrm rot="10800000">
              <a:off x="5374286" y="4345375"/>
              <a:ext cx="225900" cy="638400"/>
            </a:xfrm>
            <a:prstGeom prst="leftBrace">
              <a:avLst>
                <a:gd name="adj1" fmla="val 2174"/>
                <a:gd name="adj2" fmla="val 50000"/>
              </a:avLst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71"/>
          <p:cNvSpPr/>
          <p:nvPr/>
        </p:nvSpPr>
        <p:spPr>
          <a:xfrm>
            <a:off x="8323225" y="349900"/>
            <a:ext cx="215100" cy="258300"/>
          </a:xfrm>
          <a:prstGeom prst="bracketPair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2778;p71"/>
          <p:cNvSpPr/>
          <p:nvPr/>
        </p:nvSpPr>
        <p:spPr>
          <a:xfrm>
            <a:off x="7116875" y="631275"/>
            <a:ext cx="289200" cy="258300"/>
          </a:xfrm>
          <a:prstGeom prst="bracePair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85" name="Google Shape;2785;p71"/>
          <p:cNvGrpSpPr/>
          <p:nvPr/>
        </p:nvGrpSpPr>
        <p:grpSpPr>
          <a:xfrm>
            <a:off x="881051" y="3034938"/>
            <a:ext cx="346056" cy="345674"/>
            <a:chOff x="3752358" y="3817349"/>
            <a:chExt cx="346056" cy="345674"/>
          </a:xfrm>
        </p:grpSpPr>
        <p:sp>
          <p:nvSpPr>
            <p:cNvPr id="2786" name="Google Shape;2786;p71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71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71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71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FCAA6067-1A2B-7B33-01BC-0BB1F256E355}"/>
              </a:ext>
            </a:extLst>
          </p:cNvPr>
          <p:cNvSpPr txBox="1"/>
          <p:nvPr/>
        </p:nvSpPr>
        <p:spPr>
          <a:xfrm>
            <a:off x="1252607" y="3052363"/>
            <a:ext cx="3004437" cy="316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115000"/>
              </a:lnSpc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317500" algn="ctr">
              <a:buClr>
                <a:schemeClr val="dk1"/>
              </a:buClr>
              <a:buSzPts val="1400"/>
              <a:buFont typeface="Lato"/>
              <a:buNone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s-ES" sz="1050" dirty="0">
                <a:hlinkClick r:id="rId3"/>
              </a:rPr>
              <a:t>https://www.linkedin.com/in/ricardoahumada/</a:t>
            </a:r>
            <a:endParaRPr lang="es-E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kets Lesson for Coding and Programming by Slidesgo">
  <a:themeElements>
    <a:clrScheme name="Simple Light">
      <a:dk1>
        <a:srgbClr val="383838"/>
      </a:dk1>
      <a:lt1>
        <a:srgbClr val="F9F9F9"/>
      </a:lt1>
      <a:dk2>
        <a:srgbClr val="FFE3E3"/>
      </a:dk2>
      <a:lt2>
        <a:srgbClr val="FF807D"/>
      </a:lt2>
      <a:accent1>
        <a:srgbClr val="FF6E6B"/>
      </a:accent1>
      <a:accent2>
        <a:srgbClr val="E95856"/>
      </a:accent2>
      <a:accent3>
        <a:srgbClr val="ABC8F4"/>
      </a:accent3>
      <a:accent4>
        <a:srgbClr val="2E7DF4"/>
      </a:accent4>
      <a:accent5>
        <a:srgbClr val="0E66EB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242</Words>
  <Application>Microsoft Office PowerPoint</Application>
  <PresentationFormat>Presentación en pantalla (16:9)</PresentationFormat>
  <Paragraphs>45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Wingdings</vt:lpstr>
      <vt:lpstr>Arial</vt:lpstr>
      <vt:lpstr>Lato</vt:lpstr>
      <vt:lpstr>Bebas Neue</vt:lpstr>
      <vt:lpstr>Anaheim</vt:lpstr>
      <vt:lpstr>Proxima Nova</vt:lpstr>
      <vt:lpstr>Poppins</vt:lpstr>
      <vt:lpstr>Brackets Lesson for Coding and Programming by Slidesgo</vt:lpstr>
      <vt:lpstr>Ingeniero/a de Datos  Nivel Básico</vt:lpstr>
      <vt:lpstr>Quién soy…</vt:lpstr>
      <vt:lpstr>Quién soy…</vt:lpstr>
      <vt:lpstr>Contenido del curso</vt:lpstr>
      <vt:lpstr>Horario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Ricardo Ahumada</dc:creator>
  <cp:lastModifiedBy>Ricardo Ahumada</cp:lastModifiedBy>
  <cp:revision>48</cp:revision>
  <dcterms:modified xsi:type="dcterms:W3CDTF">2026-05-03T09:14:10Z</dcterms:modified>
</cp:coreProperties>
</file>